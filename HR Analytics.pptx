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webextensions/webextension2.xml" ContentType="application/vnd.ms-office.webextension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3" r:id="rId1"/>
  </p:sldMasterIdLst>
  <p:sldIdLst>
    <p:sldId id="256" r:id="rId2"/>
    <p:sldId id="257" r:id="rId3"/>
    <p:sldId id="258" r:id="rId4"/>
    <p:sldId id="259" r:id="rId5"/>
    <p:sldId id="260" r:id="rId6"/>
    <p:sldId id="264" r:id="rId7"/>
    <p:sldId id="262" r:id="rId8"/>
    <p:sldId id="263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6" r:id="rId18"/>
    <p:sldId id="273" r:id="rId19"/>
    <p:sldId id="275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81D49F4-F7F5-CD6B-5882-0FF907548BED}" v="1" dt="2026-04-19T09:49:34.0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kti Anand" userId="ba856cad598d322d" providerId="Windows Live" clId="Web-{CD06CDF0-BED1-EC28-147A-B05B828767CB}"/>
    <pc:docChg chg="addSld modSld sldOrd">
      <pc:chgData name="Shakti Anand" userId="ba856cad598d322d" providerId="Windows Live" clId="Web-{CD06CDF0-BED1-EC28-147A-B05B828767CB}" dt="2026-04-12T19:29:51.822" v="1217" actId="20577"/>
      <pc:docMkLst>
        <pc:docMk/>
      </pc:docMkLst>
      <pc:sldChg chg="modSp">
        <pc:chgData name="Shakti Anand" userId="ba856cad598d322d" providerId="Windows Live" clId="Web-{CD06CDF0-BED1-EC28-147A-B05B828767CB}" dt="2026-04-12T14:25:32.738" v="315" actId="20577"/>
        <pc:sldMkLst>
          <pc:docMk/>
          <pc:sldMk cId="726706718" sldId="259"/>
        </pc:sldMkLst>
        <pc:spChg chg="mod">
          <ac:chgData name="Shakti Anand" userId="ba856cad598d322d" providerId="Windows Live" clId="Web-{CD06CDF0-BED1-EC28-147A-B05B828767CB}" dt="2026-04-12T14:25:32.738" v="315" actId="20577"/>
          <ac:spMkLst>
            <pc:docMk/>
            <pc:sldMk cId="726706718" sldId="259"/>
            <ac:spMk id="2" creationId="{8AA4C1B2-3E0F-F372-99FE-E7276FB015C6}"/>
          </ac:spMkLst>
        </pc:spChg>
      </pc:sldChg>
      <pc:sldChg chg="modSp">
        <pc:chgData name="Shakti Anand" userId="ba856cad598d322d" providerId="Windows Live" clId="Web-{CD06CDF0-BED1-EC28-147A-B05B828767CB}" dt="2026-04-12T14:24:54.126" v="314" actId="20577"/>
        <pc:sldMkLst>
          <pc:docMk/>
          <pc:sldMk cId="515223727" sldId="262"/>
        </pc:sldMkLst>
        <pc:spChg chg="mod">
          <ac:chgData name="Shakti Anand" userId="ba856cad598d322d" providerId="Windows Live" clId="Web-{CD06CDF0-BED1-EC28-147A-B05B828767CB}" dt="2026-04-12T14:24:54.126" v="314" actId="20577"/>
          <ac:spMkLst>
            <pc:docMk/>
            <pc:sldMk cId="515223727" sldId="262"/>
            <ac:spMk id="2" creationId="{9AE27202-02EB-280A-BD79-B70CE1715DCF}"/>
          </ac:spMkLst>
        </pc:spChg>
        <pc:spChg chg="mod">
          <ac:chgData name="Shakti Anand" userId="ba856cad598d322d" providerId="Windows Live" clId="Web-{CD06CDF0-BED1-EC28-147A-B05B828767CB}" dt="2026-04-12T14:09:37.905" v="152" actId="14100"/>
          <ac:spMkLst>
            <pc:docMk/>
            <pc:sldMk cId="515223727" sldId="262"/>
            <ac:spMk id="6" creationId="{307637F2-444C-C9E8-53DE-59E906843425}"/>
          </ac:spMkLst>
        </pc:spChg>
        <pc:picChg chg="mod">
          <ac:chgData name="Shakti Anand" userId="ba856cad598d322d" providerId="Windows Live" clId="Web-{CD06CDF0-BED1-EC28-147A-B05B828767CB}" dt="2026-04-12T14:09:56.358" v="155" actId="14100"/>
          <ac:picMkLst>
            <pc:docMk/>
            <pc:sldMk cId="515223727" sldId="262"/>
            <ac:picMk id="3" creationId="{43CEB5B0-E43C-D042-E9F5-0DE324F63EC3}"/>
          </ac:picMkLst>
        </pc:picChg>
      </pc:sldChg>
      <pc:sldChg chg="addSp modSp new">
        <pc:chgData name="Shakti Anand" userId="ba856cad598d322d" providerId="Windows Live" clId="Web-{CD06CDF0-BED1-EC28-147A-B05B828767CB}" dt="2026-04-12T19:05:06.694" v="961" actId="1076"/>
        <pc:sldMkLst>
          <pc:docMk/>
          <pc:sldMk cId="3159714161" sldId="263"/>
        </pc:sldMkLst>
        <pc:spChg chg="mod">
          <ac:chgData name="Shakti Anand" userId="ba856cad598d322d" providerId="Windows Live" clId="Web-{CD06CDF0-BED1-EC28-147A-B05B828767CB}" dt="2026-04-12T15:09:43.889" v="412" actId="20577"/>
          <ac:spMkLst>
            <pc:docMk/>
            <pc:sldMk cId="3159714161" sldId="263"/>
            <ac:spMk id="2" creationId="{647CCC5C-833C-82AA-B9E8-BC2DFA86FD17}"/>
          </ac:spMkLst>
        </pc:spChg>
        <pc:spChg chg="add mod">
          <ac:chgData name="Shakti Anand" userId="ba856cad598d322d" providerId="Windows Live" clId="Web-{CD06CDF0-BED1-EC28-147A-B05B828767CB}" dt="2026-04-12T19:05:06.694" v="961" actId="1076"/>
          <ac:spMkLst>
            <pc:docMk/>
            <pc:sldMk cId="3159714161" sldId="263"/>
            <ac:spMk id="4" creationId="{C61202C5-2770-7CF7-8137-8AF36FB2D3F0}"/>
          </ac:spMkLst>
        </pc:spChg>
        <pc:picChg chg="add mod">
          <ac:chgData name="Shakti Anand" userId="ba856cad598d322d" providerId="Windows Live" clId="Web-{CD06CDF0-BED1-EC28-147A-B05B828767CB}" dt="2026-04-12T14:10:15.594" v="156" actId="1076"/>
          <ac:picMkLst>
            <pc:docMk/>
            <pc:sldMk cId="3159714161" sldId="263"/>
            <ac:picMk id="3" creationId="{4E728665-6EE8-02C9-AF51-3E432140E01A}"/>
          </ac:picMkLst>
        </pc:picChg>
      </pc:sldChg>
      <pc:sldChg chg="addSp modSp new ord">
        <pc:chgData name="Shakti Anand" userId="ba856cad598d322d" providerId="Windows Live" clId="Web-{CD06CDF0-BED1-EC28-147A-B05B828767CB}" dt="2026-04-12T15:09:12.154" v="407" actId="1076"/>
        <pc:sldMkLst>
          <pc:docMk/>
          <pc:sldMk cId="1655601998" sldId="264"/>
        </pc:sldMkLst>
        <pc:spChg chg="mod">
          <ac:chgData name="Shakti Anand" userId="ba856cad598d322d" providerId="Windows Live" clId="Web-{CD06CDF0-BED1-EC28-147A-B05B828767CB}" dt="2026-04-12T14:29:04.434" v="342" actId="1076"/>
          <ac:spMkLst>
            <pc:docMk/>
            <pc:sldMk cId="1655601998" sldId="264"/>
            <ac:spMk id="2" creationId="{9D47526E-D4F0-AB63-EA98-122D8F468CE5}"/>
          </ac:spMkLst>
        </pc:spChg>
        <pc:spChg chg="add mod">
          <ac:chgData name="Shakti Anand" userId="ba856cad598d322d" providerId="Windows Live" clId="Web-{CD06CDF0-BED1-EC28-147A-B05B828767CB}" dt="2026-04-12T15:09:12.154" v="407" actId="1076"/>
          <ac:spMkLst>
            <pc:docMk/>
            <pc:sldMk cId="1655601998" sldId="264"/>
            <ac:spMk id="4" creationId="{7E5A306E-F728-3171-9A17-B5CC02A39D2A}"/>
          </ac:spMkLst>
        </pc:spChg>
        <pc:picChg chg="add mod modCrop">
          <ac:chgData name="Shakti Anand" userId="ba856cad598d322d" providerId="Windows Live" clId="Web-{CD06CDF0-BED1-EC28-147A-B05B828767CB}" dt="2026-04-12T14:29:17.278" v="343" actId="14100"/>
          <ac:picMkLst>
            <pc:docMk/>
            <pc:sldMk cId="1655601998" sldId="264"/>
            <ac:picMk id="3" creationId="{C1D5BB34-3D7F-1CD5-1829-17DF4F1E9DCB}"/>
          </ac:picMkLst>
        </pc:picChg>
      </pc:sldChg>
      <pc:sldChg chg="addSp delSp modSp new">
        <pc:chgData name="Shakti Anand" userId="ba856cad598d322d" providerId="Windows Live" clId="Web-{CD06CDF0-BED1-EC28-147A-B05B828767CB}" dt="2026-04-12T19:04:27.694" v="957" actId="1076"/>
        <pc:sldMkLst>
          <pc:docMk/>
          <pc:sldMk cId="2212356546" sldId="265"/>
        </pc:sldMkLst>
        <pc:spChg chg="mod">
          <ac:chgData name="Shakti Anand" userId="ba856cad598d322d" providerId="Windows Live" clId="Web-{CD06CDF0-BED1-EC28-147A-B05B828767CB}" dt="2026-04-12T15:14:23.536" v="432" actId="14100"/>
          <ac:spMkLst>
            <pc:docMk/>
            <pc:sldMk cId="2212356546" sldId="265"/>
            <ac:spMk id="2" creationId="{002AD62C-4448-27BF-D7ED-9738EFE1A5E7}"/>
          </ac:spMkLst>
        </pc:spChg>
        <pc:spChg chg="add mod">
          <ac:chgData name="Shakti Anand" userId="ba856cad598d322d" providerId="Windows Live" clId="Web-{CD06CDF0-BED1-EC28-147A-B05B828767CB}" dt="2026-04-12T19:04:27.694" v="957" actId="1076"/>
          <ac:spMkLst>
            <pc:docMk/>
            <pc:sldMk cId="2212356546" sldId="265"/>
            <ac:spMk id="5" creationId="{080DF3E2-15DA-6F39-8012-A791BD1F1356}"/>
          </ac:spMkLst>
        </pc:spChg>
        <pc:picChg chg="add mod modCrop">
          <ac:chgData name="Shakti Anand" userId="ba856cad598d322d" providerId="Windows Live" clId="Web-{CD06CDF0-BED1-EC28-147A-B05B828767CB}" dt="2026-04-12T17:57:09.879" v="622" actId="1076"/>
          <ac:picMkLst>
            <pc:docMk/>
            <pc:sldMk cId="2212356546" sldId="265"/>
            <ac:picMk id="3" creationId="{F2E85710-3DFD-8031-4586-36D4D35EA02C}"/>
          </ac:picMkLst>
        </pc:picChg>
      </pc:sldChg>
      <pc:sldChg chg="addSp delSp modSp new">
        <pc:chgData name="Shakti Anand" userId="ba856cad598d322d" providerId="Windows Live" clId="Web-{CD06CDF0-BED1-EC28-147A-B05B828767CB}" dt="2026-04-12T19:04:52.663" v="960" actId="1076"/>
        <pc:sldMkLst>
          <pc:docMk/>
          <pc:sldMk cId="1454940281" sldId="266"/>
        </pc:sldMkLst>
        <pc:spChg chg="mod">
          <ac:chgData name="Shakti Anand" userId="ba856cad598d322d" providerId="Windows Live" clId="Web-{CD06CDF0-BED1-EC28-147A-B05B828767CB}" dt="2026-04-12T18:01:07.669" v="654" actId="1076"/>
          <ac:spMkLst>
            <pc:docMk/>
            <pc:sldMk cId="1454940281" sldId="266"/>
            <ac:spMk id="2" creationId="{FC356745-CEC7-0C1D-9AA5-EF5991D42AA0}"/>
          </ac:spMkLst>
        </pc:spChg>
        <pc:spChg chg="add mod">
          <ac:chgData name="Shakti Anand" userId="ba856cad598d322d" providerId="Windows Live" clId="Web-{CD06CDF0-BED1-EC28-147A-B05B828767CB}" dt="2026-04-12T19:04:52.663" v="960" actId="1076"/>
          <ac:spMkLst>
            <pc:docMk/>
            <pc:sldMk cId="1454940281" sldId="266"/>
            <ac:spMk id="5" creationId="{3A574451-660C-929F-1BBD-16D7AC77D335}"/>
          </ac:spMkLst>
        </pc:spChg>
        <pc:picChg chg="add mod">
          <ac:chgData name="Shakti Anand" userId="ba856cad598d322d" providerId="Windows Live" clId="Web-{CD06CDF0-BED1-EC28-147A-B05B828767CB}" dt="2026-04-12T18:21:29.335" v="718" actId="1076"/>
          <ac:picMkLst>
            <pc:docMk/>
            <pc:sldMk cId="1454940281" sldId="266"/>
            <ac:picMk id="3" creationId="{EA308AA4-FC0D-3B30-3974-D194358F4B74}"/>
          </ac:picMkLst>
        </pc:picChg>
      </pc:sldChg>
      <pc:sldChg chg="addSp delSp modSp new">
        <pc:chgData name="Shakti Anand" userId="ba856cad598d322d" providerId="Windows Live" clId="Web-{CD06CDF0-BED1-EC28-147A-B05B828767CB}" dt="2026-04-12T19:06:58.532" v="1018" actId="20577"/>
        <pc:sldMkLst>
          <pc:docMk/>
          <pc:sldMk cId="3878310900" sldId="267"/>
        </pc:sldMkLst>
        <pc:spChg chg="mod">
          <ac:chgData name="Shakti Anand" userId="ba856cad598d322d" providerId="Windows Live" clId="Web-{CD06CDF0-BED1-EC28-147A-B05B828767CB}" dt="2026-04-12T18:37:17.180" v="803" actId="1076"/>
          <ac:spMkLst>
            <pc:docMk/>
            <pc:sldMk cId="3878310900" sldId="267"/>
            <ac:spMk id="2" creationId="{1C704647-2333-88A2-169A-5FC37C2F93EB}"/>
          </ac:spMkLst>
        </pc:spChg>
        <pc:spChg chg="add mod">
          <ac:chgData name="Shakti Anand" userId="ba856cad598d322d" providerId="Windows Live" clId="Web-{CD06CDF0-BED1-EC28-147A-B05B828767CB}" dt="2026-04-12T19:06:58.532" v="1018" actId="20577"/>
          <ac:spMkLst>
            <pc:docMk/>
            <pc:sldMk cId="3878310900" sldId="267"/>
            <ac:spMk id="5" creationId="{8DE0280E-ADFA-0A60-F25C-D1E508C33F9B}"/>
          </ac:spMkLst>
        </pc:spChg>
        <pc:picChg chg="add mod">
          <ac:chgData name="Shakti Anand" userId="ba856cad598d322d" providerId="Windows Live" clId="Web-{CD06CDF0-BED1-EC28-147A-B05B828767CB}" dt="2026-04-12T18:49:56.058" v="821"/>
          <ac:picMkLst>
            <pc:docMk/>
            <pc:sldMk cId="3878310900" sldId="267"/>
            <ac:picMk id="4" creationId="{AA78E3AA-6CE7-9C9C-F2DE-9A1838492453}"/>
          </ac:picMkLst>
        </pc:picChg>
      </pc:sldChg>
      <pc:sldChg chg="addSp modSp new">
        <pc:chgData name="Shakti Anand" userId="ba856cad598d322d" providerId="Windows Live" clId="Web-{CD06CDF0-BED1-EC28-147A-B05B828767CB}" dt="2026-04-12T19:29:51.822" v="1217" actId="20577"/>
        <pc:sldMkLst>
          <pc:docMk/>
          <pc:sldMk cId="3932182318" sldId="268"/>
        </pc:sldMkLst>
        <pc:spChg chg="mod">
          <ac:chgData name="Shakti Anand" userId="ba856cad598d322d" providerId="Windows Live" clId="Web-{CD06CDF0-BED1-EC28-147A-B05B828767CB}" dt="2026-04-12T19:08:23.205" v="1052" actId="20577"/>
          <ac:spMkLst>
            <pc:docMk/>
            <pc:sldMk cId="3932182318" sldId="268"/>
            <ac:spMk id="2" creationId="{FB52CAA3-DF56-82B4-D248-E6077DBDE216}"/>
          </ac:spMkLst>
        </pc:spChg>
        <pc:spChg chg="add mod">
          <ac:chgData name="Shakti Anand" userId="ba856cad598d322d" providerId="Windows Live" clId="Web-{CD06CDF0-BED1-EC28-147A-B05B828767CB}" dt="2026-04-12T19:29:51.822" v="1217" actId="20577"/>
          <ac:spMkLst>
            <pc:docMk/>
            <pc:sldMk cId="3932182318" sldId="268"/>
            <ac:spMk id="4" creationId="{61EFEC31-1C57-A59F-7BC4-039202D25614}"/>
          </ac:spMkLst>
        </pc:spChg>
        <pc:picChg chg="add mod">
          <ac:chgData name="Shakti Anand" userId="ba856cad598d322d" providerId="Windows Live" clId="Web-{CD06CDF0-BED1-EC28-147A-B05B828767CB}" dt="2026-04-12T19:09:56.035" v="1065" actId="14100"/>
          <ac:picMkLst>
            <pc:docMk/>
            <pc:sldMk cId="3932182318" sldId="268"/>
            <ac:picMk id="3" creationId="{FF0D713B-1A68-B445-6278-1E78A65FD6B8}"/>
          </ac:picMkLst>
        </pc:picChg>
      </pc:sldChg>
    </pc:docChg>
  </pc:docChgLst>
  <pc:docChgLst>
    <pc:chgData name="Shakti Anand" userId="ba856cad598d322d" providerId="Windows Live" clId="Web-{70847706-4CCC-EC09-D7E7-692598678DCA}"/>
    <pc:docChg chg="addSld delSld modSld">
      <pc:chgData name="Shakti Anand" userId="ba856cad598d322d" providerId="Windows Live" clId="Web-{70847706-4CCC-EC09-D7E7-692598678DCA}" dt="2026-04-14T09:02:07.764" v="183" actId="14100"/>
      <pc:docMkLst>
        <pc:docMk/>
      </pc:docMkLst>
    </pc:docChg>
  </pc:docChgLst>
  <pc:docChgLst>
    <pc:chgData name="Shakti Anand" userId="ba856cad598d322d" providerId="Windows Live" clId="Web-{23DFE0C3-98E9-4B27-AD4D-B89649E626C5}"/>
    <pc:docChg chg="addSld delSld modSld addMainMaster delMainMaster">
      <pc:chgData name="Shakti Anand" userId="ba856cad598d322d" providerId="Windows Live" clId="Web-{23DFE0C3-98E9-4B27-AD4D-B89649E626C5}" dt="2026-04-10T18:26:47.786" v="1024" actId="20577"/>
      <pc:docMkLst>
        <pc:docMk/>
      </pc:docMkLst>
      <pc:sldChg chg="addSp modSp mod setBg modClrScheme chgLayout">
        <pc:chgData name="Shakti Anand" userId="ba856cad598d322d" providerId="Windows Live" clId="Web-{23DFE0C3-98E9-4B27-AD4D-B89649E626C5}" dt="2026-04-10T09:15:21.098" v="225" actId="14100"/>
        <pc:sldMkLst>
          <pc:docMk/>
          <pc:sldMk cId="109857222" sldId="256"/>
        </pc:sldMkLst>
        <pc:spChg chg="mod">
          <ac:chgData name="Shakti Anand" userId="ba856cad598d322d" providerId="Windows Live" clId="Web-{23DFE0C3-98E9-4B27-AD4D-B89649E626C5}" dt="2026-04-10T08:59:26.304" v="56" actId="20577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Shakti Anand" userId="ba856cad598d322d" providerId="Windows Live" clId="Web-{23DFE0C3-98E9-4B27-AD4D-B89649E626C5}" dt="2026-04-10T09:15:21.098" v="225" actId="14100"/>
          <ac:spMkLst>
            <pc:docMk/>
            <pc:sldMk cId="109857222" sldId="256"/>
            <ac:spMk id="3" creationId="{00000000-0000-0000-0000-000000000000}"/>
          </ac:spMkLst>
        </pc:spChg>
        <pc:spChg chg="add">
          <ac:chgData name="Shakti Anand" userId="ba856cad598d322d" providerId="Windows Live" clId="Web-{23DFE0C3-98E9-4B27-AD4D-B89649E626C5}" dt="2026-04-10T08:40:16.695" v="0"/>
          <ac:spMkLst>
            <pc:docMk/>
            <pc:sldMk cId="109857222" sldId="256"/>
            <ac:spMk id="8" creationId="{7058DFD9-28CB-4251-9345-A9DB59EF5A6E}"/>
          </ac:spMkLst>
        </pc:spChg>
        <pc:spChg chg="add">
          <ac:chgData name="Shakti Anand" userId="ba856cad598d322d" providerId="Windows Live" clId="Web-{23DFE0C3-98E9-4B27-AD4D-B89649E626C5}" dt="2026-04-10T08:40:16.695" v="0"/>
          <ac:spMkLst>
            <pc:docMk/>
            <pc:sldMk cId="109857222" sldId="256"/>
            <ac:spMk id="10" creationId="{190BE76C-8C31-474D-9C9C-79733F933A35}"/>
          </ac:spMkLst>
        </pc:spChg>
        <pc:spChg chg="add">
          <ac:chgData name="Shakti Anand" userId="ba856cad598d322d" providerId="Windows Live" clId="Web-{23DFE0C3-98E9-4B27-AD4D-B89649E626C5}" dt="2026-04-10T08:40:16.695" v="0"/>
          <ac:spMkLst>
            <pc:docMk/>
            <pc:sldMk cId="109857222" sldId="256"/>
            <ac:spMk id="12" creationId="{13488F6A-1DBE-45BA-93D8-3E45D5A1C4DF}"/>
          </ac:spMkLst>
        </pc:spChg>
        <pc:spChg chg="add">
          <ac:chgData name="Shakti Anand" userId="ba856cad598d322d" providerId="Windows Live" clId="Web-{23DFE0C3-98E9-4B27-AD4D-B89649E626C5}" dt="2026-04-10T08:40:16.695" v="0"/>
          <ac:spMkLst>
            <pc:docMk/>
            <pc:sldMk cId="109857222" sldId="256"/>
            <ac:spMk id="14" creationId="{D795431E-B7EE-44A7-BC53-12738BB8E47A}"/>
          </ac:spMkLst>
        </pc:spChg>
        <pc:spChg chg="add">
          <ac:chgData name="Shakti Anand" userId="ba856cad598d322d" providerId="Windows Live" clId="Web-{23DFE0C3-98E9-4B27-AD4D-B89649E626C5}" dt="2026-04-10T08:40:16.695" v="0"/>
          <ac:spMkLst>
            <pc:docMk/>
            <pc:sldMk cId="109857222" sldId="256"/>
            <ac:spMk id="16" creationId="{1B5A3B83-A4E3-4C3A-A50B-DB9185BBB381}"/>
          </ac:spMkLst>
        </pc:spChg>
        <pc:spChg chg="add">
          <ac:chgData name="Shakti Anand" userId="ba856cad598d322d" providerId="Windows Live" clId="Web-{23DFE0C3-98E9-4B27-AD4D-B89649E626C5}" dt="2026-04-10T08:40:16.695" v="0"/>
          <ac:spMkLst>
            <pc:docMk/>
            <pc:sldMk cId="109857222" sldId="256"/>
            <ac:spMk id="18" creationId="{ECDD3FE1-5E0C-43E2-B81F-9756B1A271D0}"/>
          </ac:spMkLst>
        </pc:spChg>
      </pc:sldChg>
      <pc:sldChg chg="modSp new">
        <pc:chgData name="Shakti Anand" userId="ba856cad598d322d" providerId="Windows Live" clId="Web-{23DFE0C3-98E9-4B27-AD4D-B89649E626C5}" dt="2026-04-10T09:05:20.059" v="152" actId="1076"/>
        <pc:sldMkLst>
          <pc:docMk/>
          <pc:sldMk cId="2100412547" sldId="257"/>
        </pc:sldMkLst>
        <pc:spChg chg="mod">
          <ac:chgData name="Shakti Anand" userId="ba856cad598d322d" providerId="Windows Live" clId="Web-{23DFE0C3-98E9-4B27-AD4D-B89649E626C5}" dt="2026-04-10T09:05:20.059" v="152" actId="1076"/>
          <ac:spMkLst>
            <pc:docMk/>
            <pc:sldMk cId="2100412547" sldId="257"/>
            <ac:spMk id="2" creationId="{6B966117-39B6-7F1B-CCFC-B9B89E10A1C0}"/>
          </ac:spMkLst>
        </pc:spChg>
        <pc:spChg chg="mod">
          <ac:chgData name="Shakti Anand" userId="ba856cad598d322d" providerId="Windows Live" clId="Web-{23DFE0C3-98E9-4B27-AD4D-B89649E626C5}" dt="2026-04-10T09:03:33.354" v="127" actId="20577"/>
          <ac:spMkLst>
            <pc:docMk/>
            <pc:sldMk cId="2100412547" sldId="257"/>
            <ac:spMk id="3" creationId="{76B02243-D905-C1ED-6AE7-871C406F3CF6}"/>
          </ac:spMkLst>
        </pc:spChg>
      </pc:sldChg>
      <pc:sldChg chg="modSp new">
        <pc:chgData name="Shakti Anand" userId="ba856cad598d322d" providerId="Windows Live" clId="Web-{23DFE0C3-98E9-4B27-AD4D-B89649E626C5}" dt="2026-04-10T09:34:42.672" v="357" actId="20577"/>
        <pc:sldMkLst>
          <pc:docMk/>
          <pc:sldMk cId="2980128491" sldId="258"/>
        </pc:sldMkLst>
        <pc:spChg chg="mod">
          <ac:chgData name="Shakti Anand" userId="ba856cad598d322d" providerId="Windows Live" clId="Web-{23DFE0C3-98E9-4B27-AD4D-B89649E626C5}" dt="2026-04-10T09:05:30.154" v="153" actId="1076"/>
          <ac:spMkLst>
            <pc:docMk/>
            <pc:sldMk cId="2980128491" sldId="258"/>
            <ac:spMk id="2" creationId="{40110A0E-E6E0-A587-9CAA-D5B7F3D62A9C}"/>
          </ac:spMkLst>
        </pc:spChg>
        <pc:spChg chg="mod">
          <ac:chgData name="Shakti Anand" userId="ba856cad598d322d" providerId="Windows Live" clId="Web-{23DFE0C3-98E9-4B27-AD4D-B89649E626C5}" dt="2026-04-10T09:34:42.672" v="357" actId="20577"/>
          <ac:spMkLst>
            <pc:docMk/>
            <pc:sldMk cId="2980128491" sldId="258"/>
            <ac:spMk id="3" creationId="{53E4BF25-52A7-356E-C929-B96A670D899D}"/>
          </ac:spMkLst>
        </pc:spChg>
      </pc:sldChg>
      <pc:sldChg chg="modSp new">
        <pc:chgData name="Shakti Anand" userId="ba856cad598d322d" providerId="Windows Live" clId="Web-{23DFE0C3-98E9-4B27-AD4D-B89649E626C5}" dt="2026-04-10T09:43:49.580" v="714" actId="14100"/>
        <pc:sldMkLst>
          <pc:docMk/>
          <pc:sldMk cId="726706718" sldId="259"/>
        </pc:sldMkLst>
        <pc:spChg chg="mod">
          <ac:chgData name="Shakti Anand" userId="ba856cad598d322d" providerId="Windows Live" clId="Web-{23DFE0C3-98E9-4B27-AD4D-B89649E626C5}" dt="2026-04-10T09:35:15.485" v="369" actId="1076"/>
          <ac:spMkLst>
            <pc:docMk/>
            <pc:sldMk cId="726706718" sldId="259"/>
            <ac:spMk id="2" creationId="{8AA4C1B2-3E0F-F372-99FE-E7276FB015C6}"/>
          </ac:spMkLst>
        </pc:spChg>
        <pc:spChg chg="mod">
          <ac:chgData name="Shakti Anand" userId="ba856cad598d322d" providerId="Windows Live" clId="Web-{23DFE0C3-98E9-4B27-AD4D-B89649E626C5}" dt="2026-04-10T09:43:49.580" v="714" actId="14100"/>
          <ac:spMkLst>
            <pc:docMk/>
            <pc:sldMk cId="726706718" sldId="259"/>
            <ac:spMk id="3" creationId="{EE53CD16-EE88-5AD9-FFE1-9E865EC671CA}"/>
          </ac:spMkLst>
        </pc:spChg>
      </pc:sldChg>
      <pc:sldChg chg="addSp delSp modSp new">
        <pc:chgData name="Shakti Anand" userId="ba856cad598d322d" providerId="Windows Live" clId="Web-{23DFE0C3-98E9-4B27-AD4D-B89649E626C5}" dt="2026-04-10T09:52:17.020" v="838" actId="1076"/>
        <pc:sldMkLst>
          <pc:docMk/>
          <pc:sldMk cId="1930066384" sldId="260"/>
        </pc:sldMkLst>
        <pc:spChg chg="mod">
          <ac:chgData name="Shakti Anand" userId="ba856cad598d322d" providerId="Windows Live" clId="Web-{23DFE0C3-98E9-4B27-AD4D-B89649E626C5}" dt="2026-04-10T09:52:17.020" v="838" actId="1076"/>
          <ac:spMkLst>
            <pc:docMk/>
            <pc:sldMk cId="1930066384" sldId="260"/>
            <ac:spMk id="2" creationId="{4E275B2D-E57A-C369-BA16-B88675940B9A}"/>
          </ac:spMkLst>
        </pc:spChg>
        <pc:graphicFrameChg chg="add mod ord modGraphic">
          <ac:chgData name="Shakti Anand" userId="ba856cad598d322d" providerId="Windows Live" clId="Web-{23DFE0C3-98E9-4B27-AD4D-B89649E626C5}" dt="2026-04-10T09:51:40.019" v="835" actId="14100"/>
          <ac:graphicFrameMkLst>
            <pc:docMk/>
            <pc:sldMk cId="1930066384" sldId="260"/>
            <ac:graphicFrameMk id="4" creationId="{B8793423-EA21-BDC5-0CFC-ACBB085CF9E8}"/>
          </ac:graphicFrameMkLst>
        </pc:graphicFrameChg>
      </pc:sldChg>
      <pc:sldChg chg="addSp delSp modSp new">
        <pc:chgData name="Shakti Anand" userId="ba856cad598d322d" providerId="Windows Live" clId="Web-{23DFE0C3-98E9-4B27-AD4D-B89649E626C5}" dt="2026-04-10T18:26:47.786" v="1024" actId="20577"/>
        <pc:sldMkLst>
          <pc:docMk/>
          <pc:sldMk cId="515223727" sldId="262"/>
        </pc:sldMkLst>
        <pc:spChg chg="mod">
          <ac:chgData name="Shakti Anand" userId="ba856cad598d322d" providerId="Windows Live" clId="Web-{23DFE0C3-98E9-4B27-AD4D-B89649E626C5}" dt="2026-04-10T17:54:41.489" v="968" actId="20577"/>
          <ac:spMkLst>
            <pc:docMk/>
            <pc:sldMk cId="515223727" sldId="262"/>
            <ac:spMk id="2" creationId="{9AE27202-02EB-280A-BD79-B70CE1715DCF}"/>
          </ac:spMkLst>
        </pc:spChg>
        <pc:spChg chg="add">
          <ac:chgData name="Shakti Anand" userId="ba856cad598d322d" providerId="Windows Live" clId="Web-{23DFE0C3-98E9-4B27-AD4D-B89649E626C5}" dt="2026-04-10T17:55:08.427" v="969"/>
          <ac:spMkLst>
            <pc:docMk/>
            <pc:sldMk cId="515223727" sldId="262"/>
            <ac:spMk id="4" creationId="{23D0ED5A-B5D3-C474-1024-C0244E46DA67}"/>
          </ac:spMkLst>
        </pc:spChg>
        <pc:spChg chg="add mod">
          <ac:chgData name="Shakti Anand" userId="ba856cad598d322d" providerId="Windows Live" clId="Web-{23DFE0C3-98E9-4B27-AD4D-B89649E626C5}" dt="2026-04-10T18:26:47.786" v="1024" actId="20577"/>
          <ac:spMkLst>
            <pc:docMk/>
            <pc:sldMk cId="515223727" sldId="262"/>
            <ac:spMk id="6" creationId="{307637F2-444C-C9E8-53DE-59E906843425}"/>
          </ac:spMkLst>
        </pc:spChg>
        <pc:picChg chg="add mod ord">
          <ac:chgData name="Shakti Anand" userId="ba856cad598d322d" providerId="Windows Live" clId="Web-{23DFE0C3-98E9-4B27-AD4D-B89649E626C5}" dt="2026-04-10T17:36:51.175" v="922" actId="1076"/>
          <ac:picMkLst>
            <pc:docMk/>
            <pc:sldMk cId="515223727" sldId="262"/>
            <ac:picMk id="3" creationId="{43CEB5B0-E43C-D042-E9F5-0DE324F63EC3}"/>
          </ac:picMkLst>
        </pc:picChg>
      </pc:sldChg>
      <pc:sldMasterChg chg="add addSldLayout">
        <pc:chgData name="Shakti Anand" userId="ba856cad598d322d" providerId="Windows Live" clId="Web-{23DFE0C3-98E9-4B27-AD4D-B89649E626C5}" dt="2026-04-10T08:40:16.695" v="0"/>
        <pc:sldMasterMkLst>
          <pc:docMk/>
          <pc:sldMasterMk cId="3543674381" sldId="2147483763"/>
        </pc:sldMasterMkLst>
        <pc:sldLayoutChg chg="add">
          <pc:chgData name="Shakti Anand" userId="ba856cad598d322d" providerId="Windows Live" clId="Web-{23DFE0C3-98E9-4B27-AD4D-B89649E626C5}" dt="2026-04-10T08:40:16.695" v="0"/>
          <pc:sldLayoutMkLst>
            <pc:docMk/>
            <pc:sldMasterMk cId="3543674381" sldId="2147483763"/>
            <pc:sldLayoutMk cId="54371235" sldId="2147483752"/>
          </pc:sldLayoutMkLst>
        </pc:sldLayoutChg>
        <pc:sldLayoutChg chg="add">
          <pc:chgData name="Shakti Anand" userId="ba856cad598d322d" providerId="Windows Live" clId="Web-{23DFE0C3-98E9-4B27-AD4D-B89649E626C5}" dt="2026-04-10T08:40:16.695" v="0"/>
          <pc:sldLayoutMkLst>
            <pc:docMk/>
            <pc:sldMasterMk cId="3543674381" sldId="2147483763"/>
            <pc:sldLayoutMk cId="2013159443" sldId="2147483753"/>
          </pc:sldLayoutMkLst>
        </pc:sldLayoutChg>
        <pc:sldLayoutChg chg="add">
          <pc:chgData name="Shakti Anand" userId="ba856cad598d322d" providerId="Windows Live" clId="Web-{23DFE0C3-98E9-4B27-AD4D-B89649E626C5}" dt="2026-04-10T08:40:16.695" v="0"/>
          <pc:sldLayoutMkLst>
            <pc:docMk/>
            <pc:sldMasterMk cId="3543674381" sldId="2147483763"/>
            <pc:sldLayoutMk cId="1155383608" sldId="2147483754"/>
          </pc:sldLayoutMkLst>
        </pc:sldLayoutChg>
        <pc:sldLayoutChg chg="add">
          <pc:chgData name="Shakti Anand" userId="ba856cad598d322d" providerId="Windows Live" clId="Web-{23DFE0C3-98E9-4B27-AD4D-B89649E626C5}" dt="2026-04-10T08:40:16.695" v="0"/>
          <pc:sldLayoutMkLst>
            <pc:docMk/>
            <pc:sldMasterMk cId="3543674381" sldId="2147483763"/>
            <pc:sldLayoutMk cId="2085295870" sldId="2147483755"/>
          </pc:sldLayoutMkLst>
        </pc:sldLayoutChg>
        <pc:sldLayoutChg chg="add">
          <pc:chgData name="Shakti Anand" userId="ba856cad598d322d" providerId="Windows Live" clId="Web-{23DFE0C3-98E9-4B27-AD4D-B89649E626C5}" dt="2026-04-10T08:40:16.695" v="0"/>
          <pc:sldLayoutMkLst>
            <pc:docMk/>
            <pc:sldMasterMk cId="3543674381" sldId="2147483763"/>
            <pc:sldLayoutMk cId="3392239818" sldId="2147483756"/>
          </pc:sldLayoutMkLst>
        </pc:sldLayoutChg>
        <pc:sldLayoutChg chg="add">
          <pc:chgData name="Shakti Anand" userId="ba856cad598d322d" providerId="Windows Live" clId="Web-{23DFE0C3-98E9-4B27-AD4D-B89649E626C5}" dt="2026-04-10T08:40:16.695" v="0"/>
          <pc:sldLayoutMkLst>
            <pc:docMk/>
            <pc:sldMasterMk cId="3543674381" sldId="2147483763"/>
            <pc:sldLayoutMk cId="2093435906" sldId="2147483757"/>
          </pc:sldLayoutMkLst>
        </pc:sldLayoutChg>
        <pc:sldLayoutChg chg="add">
          <pc:chgData name="Shakti Anand" userId="ba856cad598d322d" providerId="Windows Live" clId="Web-{23DFE0C3-98E9-4B27-AD4D-B89649E626C5}" dt="2026-04-10T08:40:16.695" v="0"/>
          <pc:sldLayoutMkLst>
            <pc:docMk/>
            <pc:sldMasterMk cId="3543674381" sldId="2147483763"/>
            <pc:sldLayoutMk cId="1773610855" sldId="2147483758"/>
          </pc:sldLayoutMkLst>
        </pc:sldLayoutChg>
        <pc:sldLayoutChg chg="add">
          <pc:chgData name="Shakti Anand" userId="ba856cad598d322d" providerId="Windows Live" clId="Web-{23DFE0C3-98E9-4B27-AD4D-B89649E626C5}" dt="2026-04-10T08:40:16.695" v="0"/>
          <pc:sldLayoutMkLst>
            <pc:docMk/>
            <pc:sldMasterMk cId="3543674381" sldId="2147483763"/>
            <pc:sldLayoutMk cId="3912609939" sldId="2147483759"/>
          </pc:sldLayoutMkLst>
        </pc:sldLayoutChg>
        <pc:sldLayoutChg chg="add">
          <pc:chgData name="Shakti Anand" userId="ba856cad598d322d" providerId="Windows Live" clId="Web-{23DFE0C3-98E9-4B27-AD4D-B89649E626C5}" dt="2026-04-10T08:40:16.695" v="0"/>
          <pc:sldLayoutMkLst>
            <pc:docMk/>
            <pc:sldMasterMk cId="3543674381" sldId="2147483763"/>
            <pc:sldLayoutMk cId="4131232518" sldId="2147483760"/>
          </pc:sldLayoutMkLst>
        </pc:sldLayoutChg>
        <pc:sldLayoutChg chg="add">
          <pc:chgData name="Shakti Anand" userId="ba856cad598d322d" providerId="Windows Live" clId="Web-{23DFE0C3-98E9-4B27-AD4D-B89649E626C5}" dt="2026-04-10T08:40:16.695" v="0"/>
          <pc:sldLayoutMkLst>
            <pc:docMk/>
            <pc:sldMasterMk cId="3543674381" sldId="2147483763"/>
            <pc:sldLayoutMk cId="1642607369" sldId="2147483761"/>
          </pc:sldLayoutMkLst>
        </pc:sldLayoutChg>
        <pc:sldLayoutChg chg="add">
          <pc:chgData name="Shakti Anand" userId="ba856cad598d322d" providerId="Windows Live" clId="Web-{23DFE0C3-98E9-4B27-AD4D-B89649E626C5}" dt="2026-04-10T08:40:16.695" v="0"/>
          <pc:sldLayoutMkLst>
            <pc:docMk/>
            <pc:sldMasterMk cId="3543674381" sldId="2147483763"/>
            <pc:sldLayoutMk cId="2595223513" sldId="2147483762"/>
          </pc:sldLayoutMkLst>
        </pc:sldLayoutChg>
      </pc:sldMasterChg>
    </pc:docChg>
  </pc:docChgLst>
  <pc:docChgLst>
    <pc:chgData name="Shakti Anand" userId="ba856cad598d322d" providerId="Windows Live" clId="Web-{681D49F4-F7F5-CD6B-5882-0FF907548BED}"/>
    <pc:docChg chg="modSld">
      <pc:chgData name="Shakti Anand" userId="ba856cad598d322d" providerId="Windows Live" clId="Web-{681D49F4-F7F5-CD6B-5882-0FF907548BED}" dt="2026-04-19T09:49:34.097" v="0" actId="20577"/>
      <pc:docMkLst>
        <pc:docMk/>
      </pc:docMkLst>
      <pc:sldChg chg="modSp">
        <pc:chgData name="Shakti Anand" userId="ba856cad598d322d" providerId="Windows Live" clId="Web-{681D49F4-F7F5-CD6B-5882-0FF907548BED}" dt="2026-04-19T09:49:34.097" v="0" actId="20577"/>
        <pc:sldMkLst>
          <pc:docMk/>
          <pc:sldMk cId="3857141131" sldId="272"/>
        </pc:sldMkLst>
        <pc:spChg chg="mod">
          <ac:chgData name="Shakti Anand" userId="ba856cad598d322d" providerId="Windows Live" clId="Web-{681D49F4-F7F5-CD6B-5882-0FF907548BED}" dt="2026-04-19T09:49:34.097" v="0" actId="20577"/>
          <ac:spMkLst>
            <pc:docMk/>
            <pc:sldMk cId="3857141131" sldId="272"/>
            <ac:spMk id="2" creationId="{C336135C-9F41-04A1-1C86-C4B93B3235AF}"/>
          </ac:spMkLst>
        </pc:spChg>
      </pc:sldChg>
    </pc:docChg>
  </pc:docChgLst>
  <pc:docChgLst>
    <pc:chgData name="Shakti Anand" userId="ba856cad598d322d" providerId="Windows Live" clId="Web-{B6D86E4C-E7BD-D0E1-97D5-D8148733C7F0}"/>
    <pc:docChg chg="addSld delSld modSld sldOrd">
      <pc:chgData name="Shakti Anand" userId="ba856cad598d322d" providerId="Windows Live" clId="Web-{B6D86E4C-E7BD-D0E1-97D5-D8148733C7F0}" dt="2026-04-14T14:55:32.913" v="468" actId="20577"/>
      <pc:docMkLst>
        <pc:docMk/>
      </pc:docMkLst>
      <pc:sldChg chg="modSp">
        <pc:chgData name="Shakti Anand" userId="ba856cad598d322d" providerId="Windows Live" clId="Web-{B6D86E4C-E7BD-D0E1-97D5-D8148733C7F0}" dt="2026-04-14T10:05:07.484" v="41" actId="20577"/>
        <pc:sldMkLst>
          <pc:docMk/>
          <pc:sldMk cId="726706718" sldId="259"/>
        </pc:sldMkLst>
        <pc:spChg chg="mod">
          <ac:chgData name="Shakti Anand" userId="ba856cad598d322d" providerId="Windows Live" clId="Web-{B6D86E4C-E7BD-D0E1-97D5-D8148733C7F0}" dt="2026-04-14T10:05:07.484" v="41" actId="20577"/>
          <ac:spMkLst>
            <pc:docMk/>
            <pc:sldMk cId="726706718" sldId="259"/>
            <ac:spMk id="2" creationId="{8AA4C1B2-3E0F-F372-99FE-E7276FB015C6}"/>
          </ac:spMkLst>
        </pc:spChg>
      </pc:sldChg>
      <pc:sldChg chg="modSp">
        <pc:chgData name="Shakti Anand" userId="ba856cad598d322d" providerId="Windows Live" clId="Web-{B6D86E4C-E7BD-D0E1-97D5-D8148733C7F0}" dt="2026-04-14T14:07:10.272" v="44" actId="1076"/>
        <pc:sldMkLst>
          <pc:docMk/>
          <pc:sldMk cId="3550919929" sldId="270"/>
        </pc:sldMkLst>
        <pc:spChg chg="mod">
          <ac:chgData name="Shakti Anand" userId="ba856cad598d322d" providerId="Windows Live" clId="Web-{B6D86E4C-E7BD-D0E1-97D5-D8148733C7F0}" dt="2026-04-14T14:07:10.272" v="44" actId="1076"/>
          <ac:spMkLst>
            <pc:docMk/>
            <pc:sldMk cId="3550919929" sldId="270"/>
            <ac:spMk id="2" creationId="{0B4A4E07-D759-1620-3166-DFAC473A5520}"/>
          </ac:spMkLst>
        </pc:spChg>
      </pc:sldChg>
      <pc:sldChg chg="modSp">
        <pc:chgData name="Shakti Anand" userId="ba856cad598d322d" providerId="Windows Live" clId="Web-{B6D86E4C-E7BD-D0E1-97D5-D8148733C7F0}" dt="2026-04-14T14:53:50.881" v="454" actId="1076"/>
        <pc:sldMkLst>
          <pc:docMk/>
          <pc:sldMk cId="3025740141" sldId="271"/>
        </pc:sldMkLst>
        <pc:spChg chg="mod">
          <ac:chgData name="Shakti Anand" userId="ba856cad598d322d" providerId="Windows Live" clId="Web-{B6D86E4C-E7BD-D0E1-97D5-D8148733C7F0}" dt="2026-04-14T14:53:50.881" v="454" actId="1076"/>
          <ac:spMkLst>
            <pc:docMk/>
            <pc:sldMk cId="3025740141" sldId="271"/>
            <ac:spMk id="2" creationId="{F2120FC7-0D5D-847A-5016-240E2956C474}"/>
          </ac:spMkLst>
        </pc:spChg>
        <pc:spChg chg="mod">
          <ac:chgData name="Shakti Anand" userId="ba856cad598d322d" providerId="Windows Live" clId="Web-{B6D86E4C-E7BD-D0E1-97D5-D8148733C7F0}" dt="2026-04-14T14:07:42.773" v="57" actId="20577"/>
          <ac:spMkLst>
            <pc:docMk/>
            <pc:sldMk cId="3025740141" sldId="271"/>
            <ac:spMk id="3" creationId="{9A737966-7713-B60E-882A-19F3E512B3DE}"/>
          </ac:spMkLst>
        </pc:spChg>
      </pc:sldChg>
      <pc:sldChg chg="modSp">
        <pc:chgData name="Shakti Anand" userId="ba856cad598d322d" providerId="Windows Live" clId="Web-{B6D86E4C-E7BD-D0E1-97D5-D8148733C7F0}" dt="2026-04-14T14:53:33.850" v="453" actId="1076"/>
        <pc:sldMkLst>
          <pc:docMk/>
          <pc:sldMk cId="3857141131" sldId="272"/>
        </pc:sldMkLst>
        <pc:spChg chg="mod">
          <ac:chgData name="Shakti Anand" userId="ba856cad598d322d" providerId="Windows Live" clId="Web-{B6D86E4C-E7BD-D0E1-97D5-D8148733C7F0}" dt="2026-04-14T14:53:33.850" v="453" actId="1076"/>
          <ac:spMkLst>
            <pc:docMk/>
            <pc:sldMk cId="3857141131" sldId="272"/>
            <ac:spMk id="2" creationId="{C336135C-9F41-04A1-1C86-C4B93B3235AF}"/>
          </ac:spMkLst>
        </pc:spChg>
      </pc:sldChg>
      <pc:sldChg chg="modSp ord">
        <pc:chgData name="Shakti Anand" userId="ba856cad598d322d" providerId="Windows Live" clId="Web-{B6D86E4C-E7BD-D0E1-97D5-D8148733C7F0}" dt="2026-04-14T14:54:17.209" v="455"/>
        <pc:sldMkLst>
          <pc:docMk/>
          <pc:sldMk cId="1318620758" sldId="273"/>
        </pc:sldMkLst>
        <pc:spChg chg="mod">
          <ac:chgData name="Shakti Anand" userId="ba856cad598d322d" providerId="Windows Live" clId="Web-{B6D86E4C-E7BD-D0E1-97D5-D8148733C7F0}" dt="2026-04-14T14:53:13.365" v="450" actId="1076"/>
          <ac:spMkLst>
            <pc:docMk/>
            <pc:sldMk cId="1318620758" sldId="273"/>
            <ac:spMk id="2" creationId="{2ACC7033-1E6C-911C-9E7C-980B47434D92}"/>
          </ac:spMkLst>
        </pc:spChg>
        <pc:spChg chg="mod">
          <ac:chgData name="Shakti Anand" userId="ba856cad598d322d" providerId="Windows Live" clId="Web-{B6D86E4C-E7BD-D0E1-97D5-D8148733C7F0}" dt="2026-04-14T14:53:17.443" v="451" actId="1076"/>
          <ac:spMkLst>
            <pc:docMk/>
            <pc:sldMk cId="1318620758" sldId="273"/>
            <ac:spMk id="5" creationId="{E6E830A4-9856-4FA2-E9A6-3F98182C2469}"/>
          </ac:spMkLst>
        </pc:spChg>
      </pc:sldChg>
      <pc:sldChg chg="addSp delSp modSp mod ord setBg">
        <pc:chgData name="Shakti Anand" userId="ba856cad598d322d" providerId="Windows Live" clId="Web-{B6D86E4C-E7BD-D0E1-97D5-D8148733C7F0}" dt="2026-04-14T14:55:32.913" v="468" actId="20577"/>
        <pc:sldMkLst>
          <pc:docMk/>
          <pc:sldMk cId="1553464793" sldId="275"/>
        </pc:sldMkLst>
        <pc:spChg chg="mod">
          <ac:chgData name="Shakti Anand" userId="ba856cad598d322d" providerId="Windows Live" clId="Web-{B6D86E4C-E7BD-D0E1-97D5-D8148733C7F0}" dt="2026-04-14T14:55:32.913" v="468" actId="20577"/>
          <ac:spMkLst>
            <pc:docMk/>
            <pc:sldMk cId="1553464793" sldId="275"/>
            <ac:spMk id="2" creationId="{F9535EAC-9F22-9580-7822-0A1B737737BC}"/>
          </ac:spMkLst>
        </pc:spChg>
        <pc:spChg chg="add">
          <ac:chgData name="Shakti Anand" userId="ba856cad598d322d" providerId="Windows Live" clId="Web-{B6D86E4C-E7BD-D0E1-97D5-D8148733C7F0}" dt="2026-04-14T14:54:44.647" v="459"/>
          <ac:spMkLst>
            <pc:docMk/>
            <pc:sldMk cId="1553464793" sldId="275"/>
            <ac:spMk id="23" creationId="{AE192E3E-68A9-4F36-936C-1C8D0B9EF132}"/>
          </ac:spMkLst>
        </pc:spChg>
        <pc:spChg chg="add">
          <ac:chgData name="Shakti Anand" userId="ba856cad598d322d" providerId="Windows Live" clId="Web-{B6D86E4C-E7BD-D0E1-97D5-D8148733C7F0}" dt="2026-04-14T14:54:44.647" v="459"/>
          <ac:spMkLst>
            <pc:docMk/>
            <pc:sldMk cId="1553464793" sldId="275"/>
            <ac:spMk id="24" creationId="{7058DFD9-28CB-4251-9345-A9DB59EF5A6E}"/>
          </ac:spMkLst>
        </pc:spChg>
        <pc:spChg chg="add">
          <ac:chgData name="Shakti Anand" userId="ba856cad598d322d" providerId="Windows Live" clId="Web-{B6D86E4C-E7BD-D0E1-97D5-D8148733C7F0}" dt="2026-04-14T14:54:44.647" v="459"/>
          <ac:spMkLst>
            <pc:docMk/>
            <pc:sldMk cId="1553464793" sldId="275"/>
            <ac:spMk id="25" creationId="{190BE76C-8C31-474D-9C9C-79733F933A35}"/>
          </ac:spMkLst>
        </pc:spChg>
        <pc:spChg chg="add">
          <ac:chgData name="Shakti Anand" userId="ba856cad598d322d" providerId="Windows Live" clId="Web-{B6D86E4C-E7BD-D0E1-97D5-D8148733C7F0}" dt="2026-04-14T14:54:44.647" v="459"/>
          <ac:spMkLst>
            <pc:docMk/>
            <pc:sldMk cId="1553464793" sldId="275"/>
            <ac:spMk id="26" creationId="{13488F6A-1DBE-45BA-93D8-3E45D5A1C4DF}"/>
          </ac:spMkLst>
        </pc:spChg>
        <pc:spChg chg="add">
          <ac:chgData name="Shakti Anand" userId="ba856cad598d322d" providerId="Windows Live" clId="Web-{B6D86E4C-E7BD-D0E1-97D5-D8148733C7F0}" dt="2026-04-14T14:54:44.647" v="459"/>
          <ac:spMkLst>
            <pc:docMk/>
            <pc:sldMk cId="1553464793" sldId="275"/>
            <ac:spMk id="27" creationId="{D795431E-B7EE-44A7-BC53-12738BB8E47A}"/>
          </ac:spMkLst>
        </pc:spChg>
        <pc:spChg chg="add">
          <ac:chgData name="Shakti Anand" userId="ba856cad598d322d" providerId="Windows Live" clId="Web-{B6D86E4C-E7BD-D0E1-97D5-D8148733C7F0}" dt="2026-04-14T14:54:44.647" v="459"/>
          <ac:spMkLst>
            <pc:docMk/>
            <pc:sldMk cId="1553464793" sldId="275"/>
            <ac:spMk id="28" creationId="{1B5A3B83-A4E3-4C3A-A50B-DB9185BBB381}"/>
          </ac:spMkLst>
        </pc:spChg>
        <pc:spChg chg="add">
          <ac:chgData name="Shakti Anand" userId="ba856cad598d322d" providerId="Windows Live" clId="Web-{B6D86E4C-E7BD-D0E1-97D5-D8148733C7F0}" dt="2026-04-14T14:54:44.647" v="459"/>
          <ac:spMkLst>
            <pc:docMk/>
            <pc:sldMk cId="1553464793" sldId="275"/>
            <ac:spMk id="29" creationId="{ECDD3FE1-5E0C-43E2-B81F-9756B1A271D0}"/>
          </ac:spMkLst>
        </pc:spChg>
      </pc:sldChg>
      <pc:sldChg chg="modSp new">
        <pc:chgData name="Shakti Anand" userId="ba856cad598d322d" providerId="Windows Live" clId="Web-{B6D86E4C-E7BD-D0E1-97D5-D8148733C7F0}" dt="2026-04-14T10:04:22.839" v="40" actId="1076"/>
        <pc:sldMkLst>
          <pc:docMk/>
          <pc:sldMk cId="2747369435" sldId="276"/>
        </pc:sldMkLst>
        <pc:graphicFrameChg chg="mod">
          <ac:chgData name="Shakti Anand" userId="ba856cad598d322d" providerId="Windows Live" clId="Web-{B6D86E4C-E7BD-D0E1-97D5-D8148733C7F0}" dt="2026-04-14T10:04:22.839" v="40" actId="1076"/>
          <ac:graphicFrameMkLst>
            <pc:docMk/>
            <pc:sldMk cId="2747369435" sldId="276"/>
            <ac:graphicFrameMk id="2" creationId="{DB84C0D0-ADB4-B137-4359-AF661809174D}"/>
          </ac:graphicFrameMkLst>
        </pc:graphicFrameChg>
      </pc:sldChg>
    </pc:docChg>
  </pc:docChgLst>
  <pc:docChgLst>
    <pc:chgData name="Shakti Anand" userId="ba856cad598d322d" providerId="Windows Live" clId="Web-{9FA80E9C-94A2-0FEF-F7CA-16CAA945E342}"/>
    <pc:docChg chg="addSld delSld modSld">
      <pc:chgData name="Shakti Anand" userId="ba856cad598d322d" providerId="Windows Live" clId="Web-{9FA80E9C-94A2-0FEF-F7CA-16CAA945E342}" dt="2026-04-13T19:15:44.781" v="2223"/>
      <pc:docMkLst>
        <pc:docMk/>
      </pc:docMkLst>
      <pc:sldChg chg="modSp">
        <pc:chgData name="Shakti Anand" userId="ba856cad598d322d" providerId="Windows Live" clId="Web-{9FA80E9C-94A2-0FEF-F7CA-16CAA945E342}" dt="2026-04-13T16:07:29.716" v="904" actId="20577"/>
        <pc:sldMkLst>
          <pc:docMk/>
          <pc:sldMk cId="2980128491" sldId="258"/>
        </pc:sldMkLst>
        <pc:spChg chg="mod">
          <ac:chgData name="Shakti Anand" userId="ba856cad598d322d" providerId="Windows Live" clId="Web-{9FA80E9C-94A2-0FEF-F7CA-16CAA945E342}" dt="2026-04-13T16:07:29.716" v="904" actId="20577"/>
          <ac:spMkLst>
            <pc:docMk/>
            <pc:sldMk cId="2980128491" sldId="258"/>
            <ac:spMk id="3" creationId="{53E4BF25-52A7-356E-C929-B96A670D899D}"/>
          </ac:spMkLst>
        </pc:spChg>
      </pc:sldChg>
      <pc:sldChg chg="modSp">
        <pc:chgData name="Shakti Anand" userId="ba856cad598d322d" providerId="Windows Live" clId="Web-{9FA80E9C-94A2-0FEF-F7CA-16CAA945E342}" dt="2026-04-13T16:10:16.213" v="919" actId="1076"/>
        <pc:sldMkLst>
          <pc:docMk/>
          <pc:sldMk cId="515223727" sldId="262"/>
        </pc:sldMkLst>
        <pc:spChg chg="mod">
          <ac:chgData name="Shakti Anand" userId="ba856cad598d322d" providerId="Windows Live" clId="Web-{9FA80E9C-94A2-0FEF-F7CA-16CAA945E342}" dt="2026-04-13T16:10:16.213" v="919" actId="1076"/>
          <ac:spMkLst>
            <pc:docMk/>
            <pc:sldMk cId="515223727" sldId="262"/>
            <ac:spMk id="6" creationId="{307637F2-444C-C9E8-53DE-59E906843425}"/>
          </ac:spMkLst>
        </pc:spChg>
      </pc:sldChg>
      <pc:sldChg chg="modSp">
        <pc:chgData name="Shakti Anand" userId="ba856cad598d322d" providerId="Windows Live" clId="Web-{9FA80E9C-94A2-0FEF-F7CA-16CAA945E342}" dt="2026-04-13T16:08:06.797" v="911" actId="20577"/>
        <pc:sldMkLst>
          <pc:docMk/>
          <pc:sldMk cId="1655601998" sldId="264"/>
        </pc:sldMkLst>
        <pc:spChg chg="mod">
          <ac:chgData name="Shakti Anand" userId="ba856cad598d322d" providerId="Windows Live" clId="Web-{9FA80E9C-94A2-0FEF-F7CA-16CAA945E342}" dt="2026-04-13T16:08:06.797" v="911" actId="20577"/>
          <ac:spMkLst>
            <pc:docMk/>
            <pc:sldMk cId="1655601998" sldId="264"/>
            <ac:spMk id="4" creationId="{7E5A306E-F728-3171-9A17-B5CC02A39D2A}"/>
          </ac:spMkLst>
        </pc:spChg>
      </pc:sldChg>
      <pc:sldChg chg="modSp">
        <pc:chgData name="Shakti Anand" userId="ba856cad598d322d" providerId="Windows Live" clId="Web-{9FA80E9C-94A2-0FEF-F7CA-16CAA945E342}" dt="2026-04-13T09:11:47.524" v="33" actId="14100"/>
        <pc:sldMkLst>
          <pc:docMk/>
          <pc:sldMk cId="3932182318" sldId="268"/>
        </pc:sldMkLst>
        <pc:spChg chg="mod">
          <ac:chgData name="Shakti Anand" userId="ba856cad598d322d" providerId="Windows Live" clId="Web-{9FA80E9C-94A2-0FEF-F7CA-16CAA945E342}" dt="2026-04-13T09:11:47.524" v="33" actId="14100"/>
          <ac:spMkLst>
            <pc:docMk/>
            <pc:sldMk cId="3932182318" sldId="268"/>
            <ac:spMk id="4" creationId="{61EFEC31-1C57-A59F-7BC4-039202D25614}"/>
          </ac:spMkLst>
        </pc:spChg>
        <pc:picChg chg="mod">
          <ac:chgData name="Shakti Anand" userId="ba856cad598d322d" providerId="Windows Live" clId="Web-{9FA80E9C-94A2-0FEF-F7CA-16CAA945E342}" dt="2026-04-13T08:58:15.042" v="7"/>
          <ac:picMkLst>
            <pc:docMk/>
            <pc:sldMk cId="3932182318" sldId="268"/>
            <ac:picMk id="3" creationId="{FF0D713B-1A68-B445-6278-1E78A65FD6B8}"/>
          </ac:picMkLst>
        </pc:picChg>
      </pc:sldChg>
      <pc:sldChg chg="addSp delSp modSp new">
        <pc:chgData name="Shakti Anand" userId="ba856cad598d322d" providerId="Windows Live" clId="Web-{9FA80E9C-94A2-0FEF-F7CA-16CAA945E342}" dt="2026-04-13T16:55:44.379" v="1374" actId="14100"/>
        <pc:sldMkLst>
          <pc:docMk/>
          <pc:sldMk cId="2898867206" sldId="269"/>
        </pc:sldMkLst>
        <pc:spChg chg="mod">
          <ac:chgData name="Shakti Anand" userId="ba856cad598d322d" providerId="Windows Live" clId="Web-{9FA80E9C-94A2-0FEF-F7CA-16CAA945E342}" dt="2026-04-13T12:14:34.175" v="289" actId="1076"/>
          <ac:spMkLst>
            <pc:docMk/>
            <pc:sldMk cId="2898867206" sldId="269"/>
            <ac:spMk id="2" creationId="{685D114C-4808-8010-AC0A-30AFF39A0E52}"/>
          </ac:spMkLst>
        </pc:spChg>
        <pc:spChg chg="add mod">
          <ac:chgData name="Shakti Anand" userId="ba856cad598d322d" providerId="Windows Live" clId="Web-{9FA80E9C-94A2-0FEF-F7CA-16CAA945E342}" dt="2026-04-13T12:14:29.924" v="288" actId="1076"/>
          <ac:spMkLst>
            <pc:docMk/>
            <pc:sldMk cId="2898867206" sldId="269"/>
            <ac:spMk id="7" creationId="{66E31B93-D4F2-6300-E87A-C88BD4289D69}"/>
          </ac:spMkLst>
        </pc:spChg>
        <pc:picChg chg="add mod modCrop">
          <ac:chgData name="Shakti Anand" userId="ba856cad598d322d" providerId="Windows Live" clId="Web-{9FA80E9C-94A2-0FEF-F7CA-16CAA945E342}" dt="2026-04-13T16:55:44.379" v="1374" actId="14100"/>
          <ac:picMkLst>
            <pc:docMk/>
            <pc:sldMk cId="2898867206" sldId="269"/>
            <ac:picMk id="6" creationId="{DBADBC2F-31BF-5601-A9CC-212FF0F934F1}"/>
          </ac:picMkLst>
        </pc:picChg>
      </pc:sldChg>
      <pc:sldChg chg="addSp modSp new">
        <pc:chgData name="Shakti Anand" userId="ba856cad598d322d" providerId="Windows Live" clId="Web-{9FA80E9C-94A2-0FEF-F7CA-16CAA945E342}" dt="2026-04-13T15:23:59.090" v="883" actId="1076"/>
        <pc:sldMkLst>
          <pc:docMk/>
          <pc:sldMk cId="3550919929" sldId="270"/>
        </pc:sldMkLst>
        <pc:spChg chg="mod">
          <ac:chgData name="Shakti Anand" userId="ba856cad598d322d" providerId="Windows Live" clId="Web-{9FA80E9C-94A2-0FEF-F7CA-16CAA945E342}" dt="2026-04-13T15:23:01.809" v="874" actId="1076"/>
          <ac:spMkLst>
            <pc:docMk/>
            <pc:sldMk cId="3550919929" sldId="270"/>
            <ac:spMk id="2" creationId="{0B4A4E07-D759-1620-3166-DFAC473A5520}"/>
          </ac:spMkLst>
        </pc:spChg>
        <pc:spChg chg="add mod">
          <ac:chgData name="Shakti Anand" userId="ba856cad598d322d" providerId="Windows Live" clId="Web-{9FA80E9C-94A2-0FEF-F7CA-16CAA945E342}" dt="2026-04-13T15:23:06.887" v="875" actId="1076"/>
          <ac:spMkLst>
            <pc:docMk/>
            <pc:sldMk cId="3550919929" sldId="270"/>
            <ac:spMk id="6" creationId="{13417587-22BD-2BB5-0DF4-B651751874B4}"/>
          </ac:spMkLst>
        </pc:spChg>
        <pc:spChg chg="add mod">
          <ac:chgData name="Shakti Anand" userId="ba856cad598d322d" providerId="Windows Live" clId="Web-{9FA80E9C-94A2-0FEF-F7CA-16CAA945E342}" dt="2026-04-13T15:23:32.246" v="878" actId="1076"/>
          <ac:spMkLst>
            <pc:docMk/>
            <pc:sldMk cId="3550919929" sldId="270"/>
            <ac:spMk id="7" creationId="{49383DB5-2B46-0847-FD32-AAAA131C3EA6}"/>
          </ac:spMkLst>
        </pc:spChg>
        <pc:spChg chg="add mod">
          <ac:chgData name="Shakti Anand" userId="ba856cad598d322d" providerId="Windows Live" clId="Web-{9FA80E9C-94A2-0FEF-F7CA-16CAA945E342}" dt="2026-04-13T15:23:48.356" v="881" actId="1076"/>
          <ac:spMkLst>
            <pc:docMk/>
            <pc:sldMk cId="3550919929" sldId="270"/>
            <ac:spMk id="8" creationId="{21692C54-646D-5921-08F2-C241746B5003}"/>
          </ac:spMkLst>
        </pc:spChg>
        <pc:picChg chg="add mod">
          <ac:chgData name="Shakti Anand" userId="ba856cad598d322d" providerId="Windows Live" clId="Web-{9FA80E9C-94A2-0FEF-F7CA-16CAA945E342}" dt="2026-04-13T15:23:59.090" v="883" actId="1076"/>
          <ac:picMkLst>
            <pc:docMk/>
            <pc:sldMk cId="3550919929" sldId="270"/>
            <ac:picMk id="3" creationId="{AEE84ADB-29A2-420C-ED8F-2FDBCBBC9641}"/>
          </ac:picMkLst>
        </pc:picChg>
        <pc:picChg chg="add mod">
          <ac:chgData name="Shakti Anand" userId="ba856cad598d322d" providerId="Windows Live" clId="Web-{9FA80E9C-94A2-0FEF-F7CA-16CAA945E342}" dt="2026-04-13T15:23:42.543" v="880" actId="1076"/>
          <ac:picMkLst>
            <pc:docMk/>
            <pc:sldMk cId="3550919929" sldId="270"/>
            <ac:picMk id="4" creationId="{B3B87CEF-3148-D9CB-DC54-9152EAD95779}"/>
          </ac:picMkLst>
        </pc:picChg>
        <pc:picChg chg="add mod">
          <ac:chgData name="Shakti Anand" userId="ba856cad598d322d" providerId="Windows Live" clId="Web-{9FA80E9C-94A2-0FEF-F7CA-16CAA945E342}" dt="2026-04-13T15:23:25.856" v="877" actId="1076"/>
          <ac:picMkLst>
            <pc:docMk/>
            <pc:sldMk cId="3550919929" sldId="270"/>
            <ac:picMk id="5" creationId="{17809787-0B7F-658C-9A71-49AE6F25283B}"/>
          </ac:picMkLst>
        </pc:picChg>
      </pc:sldChg>
      <pc:sldChg chg="addSp modSp new">
        <pc:chgData name="Shakti Anand" userId="ba856cad598d322d" providerId="Windows Live" clId="Web-{9FA80E9C-94A2-0FEF-F7CA-16CAA945E342}" dt="2026-04-13T18:49:51.445" v="1783" actId="1076"/>
        <pc:sldMkLst>
          <pc:docMk/>
          <pc:sldMk cId="3025740141" sldId="271"/>
        </pc:sldMkLst>
        <pc:spChg chg="mod">
          <ac:chgData name="Shakti Anand" userId="ba856cad598d322d" providerId="Windows Live" clId="Web-{9FA80E9C-94A2-0FEF-F7CA-16CAA945E342}" dt="2026-04-13T18:49:23.022" v="1776" actId="1076"/>
          <ac:spMkLst>
            <pc:docMk/>
            <pc:sldMk cId="3025740141" sldId="271"/>
            <ac:spMk id="2" creationId="{F2120FC7-0D5D-847A-5016-240E2956C474}"/>
          </ac:spMkLst>
        </pc:spChg>
        <pc:spChg chg="add mod">
          <ac:chgData name="Shakti Anand" userId="ba856cad598d322d" providerId="Windows Live" clId="Web-{9FA80E9C-94A2-0FEF-F7CA-16CAA945E342}" dt="2026-04-13T18:49:51.445" v="1783" actId="1076"/>
          <ac:spMkLst>
            <pc:docMk/>
            <pc:sldMk cId="3025740141" sldId="271"/>
            <ac:spMk id="3" creationId="{9A737966-7713-B60E-882A-19F3E512B3DE}"/>
          </ac:spMkLst>
        </pc:spChg>
      </pc:sldChg>
      <pc:sldChg chg="addSp modSp new">
        <pc:chgData name="Shakti Anand" userId="ba856cad598d322d" providerId="Windows Live" clId="Web-{9FA80E9C-94A2-0FEF-F7CA-16CAA945E342}" dt="2026-04-13T18:51:36.243" v="1810" actId="1076"/>
        <pc:sldMkLst>
          <pc:docMk/>
          <pc:sldMk cId="3857141131" sldId="272"/>
        </pc:sldMkLst>
        <pc:spChg chg="mod">
          <ac:chgData name="Shakti Anand" userId="ba856cad598d322d" providerId="Windows Live" clId="Web-{9FA80E9C-94A2-0FEF-F7CA-16CAA945E342}" dt="2026-04-13T18:51:32.540" v="1809" actId="1076"/>
          <ac:spMkLst>
            <pc:docMk/>
            <pc:sldMk cId="3857141131" sldId="272"/>
            <ac:spMk id="2" creationId="{C336135C-9F41-04A1-1C86-C4B93B3235AF}"/>
          </ac:spMkLst>
        </pc:spChg>
        <pc:spChg chg="add mod">
          <ac:chgData name="Shakti Anand" userId="ba856cad598d322d" providerId="Windows Live" clId="Web-{9FA80E9C-94A2-0FEF-F7CA-16CAA945E342}" dt="2026-04-13T18:51:36.243" v="1810" actId="1076"/>
          <ac:spMkLst>
            <pc:docMk/>
            <pc:sldMk cId="3857141131" sldId="272"/>
            <ac:spMk id="3" creationId="{F751738F-3199-8D6C-EE16-3D6CBF883963}"/>
          </ac:spMkLst>
        </pc:spChg>
      </pc:sldChg>
      <pc:sldChg chg="addSp delSp modSp new">
        <pc:chgData name="Shakti Anand" userId="ba856cad598d322d" providerId="Windows Live" clId="Web-{9FA80E9C-94A2-0FEF-F7CA-16CAA945E342}" dt="2026-04-13T19:12:42.296" v="2169" actId="20577"/>
        <pc:sldMkLst>
          <pc:docMk/>
          <pc:sldMk cId="1318620758" sldId="273"/>
        </pc:sldMkLst>
        <pc:spChg chg="mod">
          <ac:chgData name="Shakti Anand" userId="ba856cad598d322d" providerId="Windows Live" clId="Web-{9FA80E9C-94A2-0FEF-F7CA-16CAA945E342}" dt="2026-04-13T18:51:16.195" v="1807" actId="1076"/>
          <ac:spMkLst>
            <pc:docMk/>
            <pc:sldMk cId="1318620758" sldId="273"/>
            <ac:spMk id="2" creationId="{2ACC7033-1E6C-911C-9E7C-980B47434D92}"/>
          </ac:spMkLst>
        </pc:spChg>
        <pc:spChg chg="add del mod">
          <ac:chgData name="Shakti Anand" userId="ba856cad598d322d" providerId="Windows Live" clId="Web-{9FA80E9C-94A2-0FEF-F7CA-16CAA945E342}" dt="2026-04-13T19:02:13.588" v="1823"/>
          <ac:spMkLst>
            <pc:docMk/>
            <pc:sldMk cId="1318620758" sldId="273"/>
            <ac:spMk id="4" creationId="{176382F5-CB64-0F20-3D37-8F2587461299}"/>
          </ac:spMkLst>
        </pc:spChg>
        <pc:spChg chg="add mod">
          <ac:chgData name="Shakti Anand" userId="ba856cad598d322d" providerId="Windows Live" clId="Web-{9FA80E9C-94A2-0FEF-F7CA-16CAA945E342}" dt="2026-04-13T19:12:42.296" v="2169" actId="20577"/>
          <ac:spMkLst>
            <pc:docMk/>
            <pc:sldMk cId="1318620758" sldId="273"/>
            <ac:spMk id="5" creationId="{E6E830A4-9856-4FA2-E9A6-3F98182C2469}"/>
          </ac:spMkLst>
        </pc:spChg>
      </pc:sldChg>
      <pc:sldChg chg="modSp new">
        <pc:chgData name="Shakti Anand" userId="ba856cad598d322d" providerId="Windows Live" clId="Web-{9FA80E9C-94A2-0FEF-F7CA-16CAA945E342}" dt="2026-04-13T19:15:24.719" v="2221" actId="1076"/>
        <pc:sldMkLst>
          <pc:docMk/>
          <pc:sldMk cId="1553464793" sldId="275"/>
        </pc:sldMkLst>
        <pc:spChg chg="mod">
          <ac:chgData name="Shakti Anand" userId="ba856cad598d322d" providerId="Windows Live" clId="Web-{9FA80E9C-94A2-0FEF-F7CA-16CAA945E342}" dt="2026-04-13T19:15:24.719" v="2221" actId="1076"/>
          <ac:spMkLst>
            <pc:docMk/>
            <pc:sldMk cId="1553464793" sldId="275"/>
            <ac:spMk id="2" creationId="{F9535EAC-9F22-9580-7822-0A1B737737BC}"/>
          </ac:spMkLst>
        </pc:spChg>
      </pc:sldChg>
    </pc:docChg>
  </pc:docChgLst>
  <pc:docChgLst>
    <pc:chgData name="Shakti Anand" userId="ba856cad598d322d" providerId="Windows Live" clId="Web-{8F0B6401-7F2B-5E4D-9776-68A9B1C30C85}"/>
    <pc:docChg chg="addSld delSld modSld">
      <pc:chgData name="Shakti Anand" userId="ba856cad598d322d" providerId="Windows Live" clId="Web-{8F0B6401-7F2B-5E4D-9776-68A9B1C30C85}" dt="2026-04-14T08:46:18.966" v="59" actId="1076"/>
      <pc:docMkLst>
        <pc:docMk/>
      </pc:docMkLst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B14EC82-CB98-495F-8EC2-AEBDDBB4E43F}" type="doc">
      <dgm:prSet loTypeId="urn:microsoft.com/office/officeart/2005/8/layout/hLis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227AB9D-F99F-4812-990A-22727CAA778C}">
      <dgm:prSet phldrT="[Text]" phldr="0" custT="1"/>
      <dgm:spPr/>
      <dgm:t>
        <a:bodyPr/>
        <a:lstStyle/>
        <a:p>
          <a:pPr rtl="0"/>
          <a:r>
            <a:rPr lang="en-US" sz="2800" dirty="0">
              <a:latin typeface="Times New Roman"/>
              <a:cs typeface="Times New Roman"/>
            </a:rPr>
            <a:t>Total </a:t>
          </a:r>
          <a:r>
            <a:rPr lang="en-US" sz="2800">
              <a:latin typeface="Times New Roman"/>
              <a:cs typeface="Times New Roman"/>
            </a:rPr>
            <a:t>Employees</a:t>
          </a:r>
          <a:r>
            <a:rPr lang="en-US" sz="2800" dirty="0">
              <a:latin typeface="Times New Roman"/>
              <a:cs typeface="Times New Roman"/>
            </a:rPr>
            <a:t>                                                                       </a:t>
          </a:r>
          <a:r>
            <a:rPr lang="en-US" sz="1800" dirty="0">
              <a:latin typeface="Avenir Next LT Pro"/>
              <a:cs typeface="Times New Roman"/>
            </a:rPr>
            <a:t>    </a:t>
          </a:r>
          <a:r>
            <a:rPr lang="en-US" sz="3200" dirty="0">
              <a:latin typeface="Times New Roman"/>
              <a:cs typeface="Times New Roman"/>
            </a:rPr>
            <a:t> 1,470</a:t>
          </a:r>
        </a:p>
      </dgm:t>
    </dgm:pt>
    <dgm:pt modelId="{DC0AC37B-8656-4869-A1EB-6544F77EA62B}" type="parTrans" cxnId="{A4D73E2E-F05A-4BD0-A2F2-62460026357B}">
      <dgm:prSet/>
      <dgm:spPr/>
      <dgm:t>
        <a:bodyPr/>
        <a:lstStyle/>
        <a:p>
          <a:endParaRPr lang="en-US"/>
        </a:p>
      </dgm:t>
    </dgm:pt>
    <dgm:pt modelId="{5DC9A7DB-B2DB-4ADD-99CD-4E785FA3CB2C}" type="sibTrans" cxnId="{A4D73E2E-F05A-4BD0-A2F2-62460026357B}">
      <dgm:prSet/>
      <dgm:spPr/>
      <dgm:t>
        <a:bodyPr/>
        <a:lstStyle/>
        <a:p>
          <a:endParaRPr lang="en-US"/>
        </a:p>
      </dgm:t>
    </dgm:pt>
    <dgm:pt modelId="{540BBC7C-AF41-4F2F-BCBF-370EE5369EFB}">
      <dgm:prSet phldrT="[Text]" phldr="0" custT="1"/>
      <dgm:spPr/>
      <dgm:t>
        <a:bodyPr/>
        <a:lstStyle/>
        <a:p>
          <a:pPr rtl="0"/>
          <a:r>
            <a:rPr lang="en-US" sz="2800" dirty="0">
              <a:latin typeface="Times New Roman"/>
              <a:cs typeface="Times New Roman"/>
            </a:rPr>
            <a:t>Attrition</a:t>
          </a:r>
          <a:r>
            <a:rPr lang="en-US" dirty="0">
              <a:latin typeface="Avenir Next LT Pro"/>
            </a:rPr>
            <a:t>   </a:t>
          </a:r>
          <a:r>
            <a:rPr lang="en-US" sz="1800" dirty="0">
              <a:latin typeface="Avenir Next LT Pro"/>
              <a:cs typeface="Times New Roman"/>
            </a:rPr>
            <a:t>                        </a:t>
          </a:r>
          <a:r>
            <a:rPr lang="en-US" sz="3200" dirty="0">
              <a:latin typeface="Times New Roman"/>
              <a:cs typeface="Times New Roman"/>
            </a:rPr>
            <a:t>237</a:t>
          </a:r>
        </a:p>
      </dgm:t>
    </dgm:pt>
    <dgm:pt modelId="{9F442B14-8090-4695-831A-838ACB868389}" type="parTrans" cxnId="{949214E3-E26B-4997-846D-4304A97AD182}">
      <dgm:prSet/>
      <dgm:spPr/>
      <dgm:t>
        <a:bodyPr/>
        <a:lstStyle/>
        <a:p>
          <a:endParaRPr lang="en-US"/>
        </a:p>
      </dgm:t>
    </dgm:pt>
    <dgm:pt modelId="{99FA0634-C235-4FEB-8EA5-5101C47A45E1}" type="sibTrans" cxnId="{949214E3-E26B-4997-846D-4304A97AD182}">
      <dgm:prSet/>
      <dgm:spPr/>
      <dgm:t>
        <a:bodyPr/>
        <a:lstStyle/>
        <a:p>
          <a:endParaRPr lang="en-US"/>
        </a:p>
      </dgm:t>
    </dgm:pt>
    <dgm:pt modelId="{E72FA469-5056-4C50-8F05-4089E0036B6F}">
      <dgm:prSet phldrT="[Text]" phldr="0" custT="1"/>
      <dgm:spPr/>
      <dgm:t>
        <a:bodyPr/>
        <a:lstStyle/>
        <a:p>
          <a:pPr rtl="0"/>
          <a:r>
            <a:rPr lang="en-US" sz="2800">
              <a:latin typeface="Times New Roman"/>
              <a:cs typeface="Times New Roman"/>
            </a:rPr>
            <a:t>Active Employees</a:t>
          </a:r>
          <a:r>
            <a:rPr lang="en-US" dirty="0">
              <a:latin typeface="Avenir Next LT Pro"/>
            </a:rPr>
            <a:t> </a:t>
          </a:r>
          <a:r>
            <a:rPr lang="en-US" sz="3200">
              <a:latin typeface="Times New Roman"/>
              <a:cs typeface="Times New Roman"/>
            </a:rPr>
            <a:t> 1,233</a:t>
          </a:r>
        </a:p>
      </dgm:t>
    </dgm:pt>
    <dgm:pt modelId="{7133B984-3F99-4A1E-A02A-144C444425E9}" type="parTrans" cxnId="{8FAFF847-1C2C-4484-B770-BB3226CE456F}">
      <dgm:prSet/>
      <dgm:spPr/>
      <dgm:t>
        <a:bodyPr/>
        <a:lstStyle/>
        <a:p>
          <a:endParaRPr lang="en-US"/>
        </a:p>
      </dgm:t>
    </dgm:pt>
    <dgm:pt modelId="{87780223-7D3E-4441-8B50-E70CD3A7DE73}" type="sibTrans" cxnId="{8FAFF847-1C2C-4484-B770-BB3226CE456F}">
      <dgm:prSet/>
      <dgm:spPr/>
      <dgm:t>
        <a:bodyPr/>
        <a:lstStyle/>
        <a:p>
          <a:endParaRPr lang="en-US"/>
        </a:p>
      </dgm:t>
    </dgm:pt>
    <dgm:pt modelId="{8847EAB8-114C-46E5-985D-9470F0F3741B}">
      <dgm:prSet phldrT="[Text]" phldr="0" custT="1"/>
      <dgm:spPr/>
      <dgm:t>
        <a:bodyPr/>
        <a:lstStyle/>
        <a:p>
          <a:pPr rtl="0"/>
          <a:r>
            <a:rPr lang="en-US" sz="2800">
              <a:latin typeface="Times New Roman"/>
              <a:cs typeface="Times New Roman"/>
            </a:rPr>
            <a:t>Attrition Rate</a:t>
          </a:r>
          <a:r>
            <a:rPr lang="en-US" dirty="0">
              <a:latin typeface="Avenir Next LT Pro"/>
            </a:rPr>
            <a:t> </a:t>
          </a:r>
          <a:r>
            <a:rPr lang="en-US" sz="3200">
              <a:latin typeface="Times New Roman"/>
              <a:cs typeface="Times New Roman"/>
            </a:rPr>
            <a:t>16.12%</a:t>
          </a:r>
        </a:p>
      </dgm:t>
    </dgm:pt>
    <dgm:pt modelId="{FE15249C-BCB1-4B81-9F84-89AE3A270D59}" type="parTrans" cxnId="{06972AF0-495A-4BDD-A9CF-96707991D1F9}">
      <dgm:prSet/>
      <dgm:spPr/>
      <dgm:t>
        <a:bodyPr/>
        <a:lstStyle/>
        <a:p>
          <a:endParaRPr lang="en-US"/>
        </a:p>
      </dgm:t>
    </dgm:pt>
    <dgm:pt modelId="{14BD14E8-6B72-4E0E-BDE6-4A1178CC9AB0}" type="sibTrans" cxnId="{06972AF0-495A-4BDD-A9CF-96707991D1F9}">
      <dgm:prSet/>
      <dgm:spPr/>
      <dgm:t>
        <a:bodyPr/>
        <a:lstStyle/>
        <a:p>
          <a:endParaRPr lang="en-US"/>
        </a:p>
      </dgm:t>
    </dgm:pt>
    <dgm:pt modelId="{DE1AB7CD-891B-48C2-866D-5DB955AF16DD}" type="pres">
      <dgm:prSet presAssocID="{5B14EC82-CB98-495F-8EC2-AEBDDBB4E43F}" presName="composite" presStyleCnt="0">
        <dgm:presLayoutVars>
          <dgm:chMax val="1"/>
          <dgm:dir/>
          <dgm:resizeHandles val="exact"/>
        </dgm:presLayoutVars>
      </dgm:prSet>
      <dgm:spPr/>
    </dgm:pt>
    <dgm:pt modelId="{AFA1AAC6-C105-4E24-9EBF-5EF964D37674}" type="pres">
      <dgm:prSet presAssocID="{7227AB9D-F99F-4812-990A-22727CAA778C}" presName="roof" presStyleLbl="dkBgShp" presStyleIdx="0" presStyleCnt="2"/>
      <dgm:spPr/>
    </dgm:pt>
    <dgm:pt modelId="{2F4E07BD-E380-477B-A7AC-3D7594F05920}" type="pres">
      <dgm:prSet presAssocID="{7227AB9D-F99F-4812-990A-22727CAA778C}" presName="pillars" presStyleCnt="0"/>
      <dgm:spPr/>
    </dgm:pt>
    <dgm:pt modelId="{A633920A-E9A7-4FDF-BD71-179ED0519788}" type="pres">
      <dgm:prSet presAssocID="{7227AB9D-F99F-4812-990A-22727CAA778C}" presName="pillar1" presStyleLbl="node1" presStyleIdx="0" presStyleCnt="3">
        <dgm:presLayoutVars>
          <dgm:bulletEnabled val="1"/>
        </dgm:presLayoutVars>
      </dgm:prSet>
      <dgm:spPr/>
    </dgm:pt>
    <dgm:pt modelId="{533C292B-2725-4DF0-A0F6-A42661970892}" type="pres">
      <dgm:prSet presAssocID="{E72FA469-5056-4C50-8F05-4089E0036B6F}" presName="pillarX" presStyleLbl="node1" presStyleIdx="1" presStyleCnt="3">
        <dgm:presLayoutVars>
          <dgm:bulletEnabled val="1"/>
        </dgm:presLayoutVars>
      </dgm:prSet>
      <dgm:spPr/>
    </dgm:pt>
    <dgm:pt modelId="{B314B64F-992F-4DD9-911C-32CC7055049B}" type="pres">
      <dgm:prSet presAssocID="{8847EAB8-114C-46E5-985D-9470F0F3741B}" presName="pillarX" presStyleLbl="node1" presStyleIdx="2" presStyleCnt="3">
        <dgm:presLayoutVars>
          <dgm:bulletEnabled val="1"/>
        </dgm:presLayoutVars>
      </dgm:prSet>
      <dgm:spPr/>
    </dgm:pt>
    <dgm:pt modelId="{B76C0698-B838-4EA0-B160-5DEF7C0F5498}" type="pres">
      <dgm:prSet presAssocID="{7227AB9D-F99F-4812-990A-22727CAA778C}" presName="base" presStyleLbl="dkBgShp" presStyleIdx="1" presStyleCnt="2"/>
      <dgm:spPr/>
    </dgm:pt>
  </dgm:ptLst>
  <dgm:cxnLst>
    <dgm:cxn modelId="{0EF0611D-BAF0-4DC8-9766-AB3130032B91}" type="presOf" srcId="{7227AB9D-F99F-4812-990A-22727CAA778C}" destId="{AFA1AAC6-C105-4E24-9EBF-5EF964D37674}" srcOrd="0" destOrd="0" presId="urn:microsoft.com/office/officeart/2005/8/layout/hList3"/>
    <dgm:cxn modelId="{9282A824-D64B-42CF-B3C8-24C1E2555323}" type="presOf" srcId="{540BBC7C-AF41-4F2F-BCBF-370EE5369EFB}" destId="{A633920A-E9A7-4FDF-BD71-179ED0519788}" srcOrd="0" destOrd="0" presId="urn:microsoft.com/office/officeart/2005/8/layout/hList3"/>
    <dgm:cxn modelId="{A4D73E2E-F05A-4BD0-A2F2-62460026357B}" srcId="{5B14EC82-CB98-495F-8EC2-AEBDDBB4E43F}" destId="{7227AB9D-F99F-4812-990A-22727CAA778C}" srcOrd="0" destOrd="0" parTransId="{DC0AC37B-8656-4869-A1EB-6544F77EA62B}" sibTransId="{5DC9A7DB-B2DB-4ADD-99CD-4E785FA3CB2C}"/>
    <dgm:cxn modelId="{8FAFF847-1C2C-4484-B770-BB3226CE456F}" srcId="{7227AB9D-F99F-4812-990A-22727CAA778C}" destId="{E72FA469-5056-4C50-8F05-4089E0036B6F}" srcOrd="1" destOrd="0" parTransId="{7133B984-3F99-4A1E-A02A-144C444425E9}" sibTransId="{87780223-7D3E-4441-8B50-E70CD3A7DE73}"/>
    <dgm:cxn modelId="{AB6D3F7A-E443-4528-A814-2F08C45D054E}" type="presOf" srcId="{E72FA469-5056-4C50-8F05-4089E0036B6F}" destId="{533C292B-2725-4DF0-A0F6-A42661970892}" srcOrd="0" destOrd="0" presId="urn:microsoft.com/office/officeart/2005/8/layout/hList3"/>
    <dgm:cxn modelId="{8FE0828C-EE71-4E7C-B773-0DCFE1B53B1B}" type="presOf" srcId="{8847EAB8-114C-46E5-985D-9470F0F3741B}" destId="{B314B64F-992F-4DD9-911C-32CC7055049B}" srcOrd="0" destOrd="0" presId="urn:microsoft.com/office/officeart/2005/8/layout/hList3"/>
    <dgm:cxn modelId="{B3B87ABF-F297-4358-940A-C0CBD8236885}" type="presOf" srcId="{5B14EC82-CB98-495F-8EC2-AEBDDBB4E43F}" destId="{DE1AB7CD-891B-48C2-866D-5DB955AF16DD}" srcOrd="0" destOrd="0" presId="urn:microsoft.com/office/officeart/2005/8/layout/hList3"/>
    <dgm:cxn modelId="{949214E3-E26B-4997-846D-4304A97AD182}" srcId="{7227AB9D-F99F-4812-990A-22727CAA778C}" destId="{540BBC7C-AF41-4F2F-BCBF-370EE5369EFB}" srcOrd="0" destOrd="0" parTransId="{9F442B14-8090-4695-831A-838ACB868389}" sibTransId="{99FA0634-C235-4FEB-8EA5-5101C47A45E1}"/>
    <dgm:cxn modelId="{06972AF0-495A-4BDD-A9CF-96707991D1F9}" srcId="{7227AB9D-F99F-4812-990A-22727CAA778C}" destId="{8847EAB8-114C-46E5-985D-9470F0F3741B}" srcOrd="2" destOrd="0" parTransId="{FE15249C-BCB1-4B81-9F84-89AE3A270D59}" sibTransId="{14BD14E8-6B72-4E0E-BDE6-4A1178CC9AB0}"/>
    <dgm:cxn modelId="{ABACF228-8C43-4BDD-9D0C-2EFC5A3C10A0}" type="presParOf" srcId="{DE1AB7CD-891B-48C2-866D-5DB955AF16DD}" destId="{AFA1AAC6-C105-4E24-9EBF-5EF964D37674}" srcOrd="0" destOrd="0" presId="urn:microsoft.com/office/officeart/2005/8/layout/hList3"/>
    <dgm:cxn modelId="{F6C7C601-DFAE-4852-8403-BEE10FD66308}" type="presParOf" srcId="{DE1AB7CD-891B-48C2-866D-5DB955AF16DD}" destId="{2F4E07BD-E380-477B-A7AC-3D7594F05920}" srcOrd="1" destOrd="0" presId="urn:microsoft.com/office/officeart/2005/8/layout/hList3"/>
    <dgm:cxn modelId="{E09E56DF-7C5C-40DF-8E34-FD10D7151AF2}" type="presParOf" srcId="{2F4E07BD-E380-477B-A7AC-3D7594F05920}" destId="{A633920A-E9A7-4FDF-BD71-179ED0519788}" srcOrd="0" destOrd="0" presId="urn:microsoft.com/office/officeart/2005/8/layout/hList3"/>
    <dgm:cxn modelId="{4201DB3D-64A1-40DC-B014-522F00C62496}" type="presParOf" srcId="{2F4E07BD-E380-477B-A7AC-3D7594F05920}" destId="{533C292B-2725-4DF0-A0F6-A42661970892}" srcOrd="1" destOrd="0" presId="urn:microsoft.com/office/officeart/2005/8/layout/hList3"/>
    <dgm:cxn modelId="{81803624-7CE8-47AA-AB74-D961F59F6958}" type="presParOf" srcId="{2F4E07BD-E380-477B-A7AC-3D7594F05920}" destId="{B314B64F-992F-4DD9-911C-32CC7055049B}" srcOrd="2" destOrd="0" presId="urn:microsoft.com/office/officeart/2005/8/layout/hList3"/>
    <dgm:cxn modelId="{E702A0B7-CDB4-48E7-81E8-458436C323B1}" type="presParOf" srcId="{DE1AB7CD-891B-48C2-866D-5DB955AF16DD}" destId="{B76C0698-B838-4EA0-B160-5DEF7C0F5498}" srcOrd="2" destOrd="0" presId="urn:microsoft.com/office/officeart/2005/8/layout/h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A1AAC6-C105-4E24-9EBF-5EF964D37674}">
      <dsp:nvSpPr>
        <dsp:cNvPr id="0" name=""/>
        <dsp:cNvSpPr/>
      </dsp:nvSpPr>
      <dsp:spPr>
        <a:xfrm>
          <a:off x="0" y="0"/>
          <a:ext cx="9948862" cy="1176069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latin typeface="Times New Roman"/>
              <a:cs typeface="Times New Roman"/>
            </a:rPr>
            <a:t>Total </a:t>
          </a:r>
          <a:r>
            <a:rPr lang="en-US" sz="2800" kern="1200">
              <a:latin typeface="Times New Roman"/>
              <a:cs typeface="Times New Roman"/>
            </a:rPr>
            <a:t>Employees</a:t>
          </a:r>
          <a:r>
            <a:rPr lang="en-US" sz="2800" kern="1200" dirty="0">
              <a:latin typeface="Times New Roman"/>
              <a:cs typeface="Times New Roman"/>
            </a:rPr>
            <a:t>                                                                       </a:t>
          </a:r>
          <a:r>
            <a:rPr lang="en-US" sz="1800" kern="1200" dirty="0">
              <a:latin typeface="Avenir Next LT Pro"/>
              <a:cs typeface="Times New Roman"/>
            </a:rPr>
            <a:t>    </a:t>
          </a:r>
          <a:r>
            <a:rPr lang="en-US" sz="3200" kern="1200" dirty="0">
              <a:latin typeface="Times New Roman"/>
              <a:cs typeface="Times New Roman"/>
            </a:rPr>
            <a:t> 1,470</a:t>
          </a:r>
        </a:p>
      </dsp:txBody>
      <dsp:txXfrm>
        <a:off x="0" y="0"/>
        <a:ext cx="9948862" cy="1176069"/>
      </dsp:txXfrm>
    </dsp:sp>
    <dsp:sp modelId="{A633920A-E9A7-4FDF-BD71-179ED0519788}">
      <dsp:nvSpPr>
        <dsp:cNvPr id="0" name=""/>
        <dsp:cNvSpPr/>
      </dsp:nvSpPr>
      <dsp:spPr>
        <a:xfrm>
          <a:off x="4857" y="1176069"/>
          <a:ext cx="3313048" cy="246974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latin typeface="Times New Roman"/>
              <a:cs typeface="Times New Roman"/>
            </a:rPr>
            <a:t>Attrition</a:t>
          </a:r>
          <a:r>
            <a:rPr lang="en-US" kern="1200" dirty="0">
              <a:latin typeface="Avenir Next LT Pro"/>
            </a:rPr>
            <a:t>   </a:t>
          </a:r>
          <a:r>
            <a:rPr lang="en-US" sz="1800" kern="1200" dirty="0">
              <a:latin typeface="Avenir Next LT Pro"/>
              <a:cs typeface="Times New Roman"/>
            </a:rPr>
            <a:t>                        </a:t>
          </a:r>
          <a:r>
            <a:rPr lang="en-US" sz="3200" kern="1200" dirty="0">
              <a:latin typeface="Times New Roman"/>
              <a:cs typeface="Times New Roman"/>
            </a:rPr>
            <a:t>237</a:t>
          </a:r>
        </a:p>
      </dsp:txBody>
      <dsp:txXfrm>
        <a:off x="4857" y="1176069"/>
        <a:ext cx="3313048" cy="2469746"/>
      </dsp:txXfrm>
    </dsp:sp>
    <dsp:sp modelId="{533C292B-2725-4DF0-A0F6-A42661970892}">
      <dsp:nvSpPr>
        <dsp:cNvPr id="0" name=""/>
        <dsp:cNvSpPr/>
      </dsp:nvSpPr>
      <dsp:spPr>
        <a:xfrm>
          <a:off x="3317906" y="1176069"/>
          <a:ext cx="3313048" cy="246974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latin typeface="Times New Roman"/>
              <a:cs typeface="Times New Roman"/>
            </a:rPr>
            <a:t>Active Employees</a:t>
          </a:r>
          <a:r>
            <a:rPr lang="en-US" kern="1200" dirty="0">
              <a:latin typeface="Avenir Next LT Pro"/>
            </a:rPr>
            <a:t> </a:t>
          </a:r>
          <a:r>
            <a:rPr lang="en-US" sz="3200" kern="1200">
              <a:latin typeface="Times New Roman"/>
              <a:cs typeface="Times New Roman"/>
            </a:rPr>
            <a:t> 1,233</a:t>
          </a:r>
        </a:p>
      </dsp:txBody>
      <dsp:txXfrm>
        <a:off x="3317906" y="1176069"/>
        <a:ext cx="3313048" cy="2469746"/>
      </dsp:txXfrm>
    </dsp:sp>
    <dsp:sp modelId="{B314B64F-992F-4DD9-911C-32CC7055049B}">
      <dsp:nvSpPr>
        <dsp:cNvPr id="0" name=""/>
        <dsp:cNvSpPr/>
      </dsp:nvSpPr>
      <dsp:spPr>
        <a:xfrm>
          <a:off x="6630955" y="1176069"/>
          <a:ext cx="3313048" cy="246974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latin typeface="Times New Roman"/>
              <a:cs typeface="Times New Roman"/>
            </a:rPr>
            <a:t>Attrition Rate</a:t>
          </a:r>
          <a:r>
            <a:rPr lang="en-US" kern="1200" dirty="0">
              <a:latin typeface="Avenir Next LT Pro"/>
            </a:rPr>
            <a:t> </a:t>
          </a:r>
          <a:r>
            <a:rPr lang="en-US" sz="3200" kern="1200">
              <a:latin typeface="Times New Roman"/>
              <a:cs typeface="Times New Roman"/>
            </a:rPr>
            <a:t>16.12%</a:t>
          </a:r>
        </a:p>
      </dsp:txBody>
      <dsp:txXfrm>
        <a:off x="6630955" y="1176069"/>
        <a:ext cx="3313048" cy="2469746"/>
      </dsp:txXfrm>
    </dsp:sp>
    <dsp:sp modelId="{B76C0698-B838-4EA0-B160-5DEF7C0F5498}">
      <dsp:nvSpPr>
        <dsp:cNvPr id="0" name=""/>
        <dsp:cNvSpPr/>
      </dsp:nvSpPr>
      <dsp:spPr>
        <a:xfrm>
          <a:off x="0" y="3645816"/>
          <a:ext cx="9948862" cy="274416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3">
  <dgm:title val=""/>
  <dgm:desc val=""/>
  <dgm:catLst>
    <dgm:cat type="list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5" srcId="0" destId="1" srcOrd="0" destOrd="0"/>
        <dgm:cxn modelId="6" srcId="1" destId="2" srcOrd="0" destOrd="0"/>
        <dgm:cxn modelId="7" srcId="1" destId="3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6" srcId="0" destId="1" srcOrd="0" destOrd="0"/>
        <dgm:cxn modelId="7" srcId="1" destId="2" srcOrd="0" destOrd="0"/>
        <dgm:cxn modelId="8" srcId="1" destId="3" srcOrd="1" destOrd="0"/>
        <dgm:cxn modelId="9" srcId="1" destId="4" srcOrd="2" destOrd="0"/>
        <dgm:cxn modelId="10" srcId="1" destId="5" srcOrd="3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roof" refType="w"/>
      <dgm:constr type="h" for="ch" forName="roof" refType="h" fact="0.3"/>
      <dgm:constr type="primFontSz" for="ch" forName="roof" val="65"/>
      <dgm:constr type="w" for="ch" forName="pillars" refType="w"/>
      <dgm:constr type="h" for="ch" forName="pillars" refType="h" fact="0.63"/>
      <dgm:constr type="t" for="ch" forName="pillars" refType="h" fact="0.3"/>
      <dgm:constr type="primFontSz" for="des" forName="pillar1" val="65"/>
      <dgm:constr type="primFontSz" for="des" forName="pillarX" refType="primFontSz" refFor="des" refForName="pillar1" op="equ"/>
      <dgm:constr type="w" for="ch" forName="base" refType="w"/>
      <dgm:constr type="h" for="ch" forName="base" refType="h" fact="0.07"/>
      <dgm:constr type="t" for="ch" forName="base" refType="h" fact="0.93"/>
    </dgm:constrLst>
    <dgm:ruleLst/>
    <dgm:forEach name="Name0" axis="ch" ptType="node" cnt="1">
      <dgm:layoutNode name="roof" styleLbl="dkBgShp">
        <dgm:alg type="tx"/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pillars" styleLbl="node1">
        <dgm:choose name="Name1">
          <dgm:if name="Name2" func="var" arg="dir" op="equ" val="norm">
            <dgm:alg type="lin">
              <dgm:param type="linDir" val="fromL"/>
            </dgm:alg>
          </dgm:if>
          <dgm:else name="Name3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illar1" refType="w"/>
          <dgm:constr type="h" for="ch" forName="pillar1" refType="h"/>
          <dgm:constr type="w" for="ch" forName="pillarX" refType="w"/>
          <dgm:constr type="h" for="ch" forName="pillarX" refType="h"/>
        </dgm:constrLst>
        <dgm:ruleLst/>
        <dgm:layoutNode name="pillar1" styleLbl="node1">
          <dgm:varLst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forEach name="Name4" axis="ch" ptType="node" st="2">
          <dgm:layoutNode name="pillarX" styleLbl="node1">
            <dgm:varLst>
              <dgm:bulletEnabled val="1"/>
            </dgm:varLst>
            <dgm:alg type="tx"/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forEach>
      </dgm:layoutNode>
      <dgm:layoutNode name="base" styleLbl="dkBgShp">
        <dgm:alg type="sp"/>
        <dgm:shape xmlns:r="http://schemas.openxmlformats.org/officeDocument/2006/relationships" type="rect" r:blip="">
          <dgm:adjLst/>
        </dgm:shape>
        <dgm:presOf/>
        <dgm:constrLst/>
        <dgm:ruleLst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756FB-E05E-443F-88A1-CFC9063899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4727" y="1597961"/>
            <a:ext cx="9144000" cy="316230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5DA97A-281B-4A77-9D2C-C5E6A860E6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4727" y="4902488"/>
            <a:ext cx="9144000" cy="985075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FD7BAE-E194-4223-BB4E-5E487863F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4/19/2026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21F6C9-7279-4DF8-9462-3EFEFA03F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457072-0A38-49AD-8D0D-0E42DD488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3610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398199-C6CF-4DFF-A750-435F06CC7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F2D5EB-F993-411F-9DBA-971321FC00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A5D216-27F9-4078-8349-ABC9F614A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84F8A8-FBA7-4F25-ADEA-AF346495D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4609F8-5897-4724-8FA6-3EFDE8F2D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6099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C0F0C-7BA8-490D-B4C9-CCE145DCD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4726" y="1709738"/>
            <a:ext cx="9143999" cy="3050523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290E61-B837-4BE4-9BC7-6AF706BCCA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4726" y="4902488"/>
            <a:ext cx="9143999" cy="98507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52E15F-E46D-44C6-9FB9-07B0BC545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BF6955-3667-4857-B35A-9E12F7988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14B309-D15E-4FA1-9B8D-8C1F3B56C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2325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219AB-91F9-4F80-9B5D-2E6FE925F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9F334-D0CF-4DFD-BAA9-3ECD639B1F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77362" y="2227809"/>
            <a:ext cx="4942438" cy="39491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5E0B5D-4613-4DA7-BA20-58B19BE8A4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227809"/>
            <a:ext cx="4855265" cy="39491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F311AB-0603-424D-BC42-0CEAB3562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3AA2AC-0C5F-4835-BE47-D780C2989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6C54C0-DFDA-4778-9EE8-5E5C30E05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6073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F3603-5B09-4916-8324-A6BDAB4E0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4726" y="365125"/>
            <a:ext cx="9942739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74073C-C15B-4218-9B84-6758955176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4725" y="1681163"/>
            <a:ext cx="491285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116D27-36F6-440B-A9BE-8B9499047C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84726" y="2505075"/>
            <a:ext cx="4912849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12010D-7AC4-4A70-A211-6A29274119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485526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AE85B5-3350-49A4-86A1-E5DAED4916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4855265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73E874-D08B-4D81-B82D-5DF242E4A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174067-0FFA-41C3-A3A6-E8907CC32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947985-FBC0-4118-8877-2E327F637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223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E0282-3DE7-4AB9-83AC-AFEDD22AF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A7436C-706A-443F-86CD-4444C8281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B53292-7EA5-45D0-957F-636A44FC0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76F59D-34BB-462C-B506-040B9E982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239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E55245-AB52-41B4-9B28-55E6527DA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73B8AE-58B0-4FDF-8430-9D8D3DD53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9E4D91-8619-43C1-841B-B5F47DE01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712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DA660-DF93-4947-B93F-BF118D3B5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4727" y="457200"/>
            <a:ext cx="368729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F0292E-B3E1-4FD6-A7FA-C165BAC21C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5844277" cy="48736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FB0ECC-817B-4A71-AFB5-FC60A2BC3A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84727" y="2253343"/>
            <a:ext cx="3687298" cy="361564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788E0B-6135-4F59-A35A-2CA1A8BA4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0DEF36-4037-4E6D-988F-CC8E3F11C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5C0D2D-D878-4723-A002-5A601EFB4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159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C59D5-B8A1-4C9C-A61F-E082A4433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4727" y="720433"/>
            <a:ext cx="3687298" cy="1587337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4CB4F5F-E6E7-45C3-B35C-80F81FB1A5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5827712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633AB7-4F8E-4A9F-AC15-89E6A6E003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84727" y="2449286"/>
            <a:ext cx="3687298" cy="341970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74B526-866D-4E11-A7F9-081BD4EDF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758BF8-E962-4367-8495-62438FDD4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C20AE1-C97D-4E6C-9DB2-B2904C2CF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3836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89E81-5CFF-4A28-B9C8-5D54E51DF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8A4CC8-DCB0-4E94-98A7-236E3D1866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D1F802-21C2-44B2-A419-55469D826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BDB709-08FF-4C4A-8670-4CCA9146F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395375-1CC8-4950-8439-877451C42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2958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E8BDF0-A155-454D-B3E2-AD15D0905A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073242" y="827313"/>
            <a:ext cx="2280557" cy="5061857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244E0D-96EC-4B35-BA5C-5DAFCC7281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827313"/>
            <a:ext cx="8115300" cy="5061857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3ADC4E-9FB1-439F-B0FB-47F47B342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7EE406-061A-4440-BA75-3B684FC84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6D93CF-F5F3-4897-A51E-47D577FDD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4359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AE192E3E-68A9-4F36-936C-1C8D0B9EF132}"/>
              </a:ext>
            </a:extLst>
          </p:cNvPr>
          <p:cNvSpPr/>
          <p:nvPr/>
        </p:nvSpPr>
        <p:spPr>
          <a:xfrm>
            <a:off x="8803792" y="3455896"/>
            <a:ext cx="3388208" cy="3406341"/>
          </a:xfrm>
          <a:custGeom>
            <a:avLst/>
            <a:gdLst>
              <a:gd name="connsiteX0" fmla="*/ 3388058 w 3388208"/>
              <a:gd name="connsiteY0" fmla="*/ 0 h 3406341"/>
              <a:gd name="connsiteX1" fmla="*/ 3388208 w 3388208"/>
              <a:gd name="connsiteY1" fmla="*/ 0 h 3406341"/>
              <a:gd name="connsiteX2" fmla="*/ 3388208 w 3388208"/>
              <a:gd name="connsiteY2" fmla="*/ 3406341 h 3406341"/>
              <a:gd name="connsiteX3" fmla="*/ 0 w 3388208"/>
              <a:gd name="connsiteY3" fmla="*/ 3406341 h 3406341"/>
              <a:gd name="connsiteX4" fmla="*/ 79006 w 3388208"/>
              <a:gd name="connsiteY4" fmla="*/ 3404386 h 3406341"/>
              <a:gd name="connsiteX5" fmla="*/ 3383947 w 3388208"/>
              <a:gd name="connsiteY5" fmla="*/ 164274 h 3406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88208" h="3406341">
                <a:moveTo>
                  <a:pt x="3388058" y="0"/>
                </a:moveTo>
                <a:lnTo>
                  <a:pt x="3388208" y="0"/>
                </a:lnTo>
                <a:lnTo>
                  <a:pt x="3388208" y="3406341"/>
                </a:lnTo>
                <a:lnTo>
                  <a:pt x="0" y="3406341"/>
                </a:lnTo>
                <a:lnTo>
                  <a:pt x="79006" y="3404386"/>
                </a:lnTo>
                <a:cubicBezTo>
                  <a:pt x="1864742" y="3315784"/>
                  <a:pt x="3296223" y="1912901"/>
                  <a:pt x="3383947" y="164274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214EB0-7E6D-4536-9350-5CB688B56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7362" y="720434"/>
            <a:ext cx="9950103" cy="150737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F5455E-4725-4924-BF7D-2E1FC9E391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7362" y="2427316"/>
            <a:ext cx="9950103" cy="35135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CAD9D9-1A1D-4438-9F3D-E5E58FD72F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43751" y="6356350"/>
            <a:ext cx="22966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8C28A28C-4C6A-46EA-90C0-4EE0B89CC5C7}" type="datetimeFigureOut">
              <a:rPr lang="en-US" smtClean="0"/>
              <a:pPr/>
              <a:t>4/19/2026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80A827-D7BF-4CA4-8C29-5AE54ADA47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610380" y="1926575"/>
            <a:ext cx="38303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717188-1DE1-4DA5-8161-21179E4ADE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0355" y="6356350"/>
            <a:ext cx="410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5DEF7F31-0B8A-474A-B86C-91F38175432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3674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56" r:id="rId6"/>
    <p:sldLayoutId id="2147483752" r:id="rId7"/>
    <p:sldLayoutId id="2147483753" r:id="rId8"/>
    <p:sldLayoutId id="2147483754" r:id="rId9"/>
    <p:sldLayoutId id="2147483755" r:id="rId10"/>
    <p:sldLayoutId id="2147483757" r:id="rId11"/>
  </p:sldLayoutIdLst>
  <p:txStyles>
    <p:titleStyle>
      <a:lvl1pPr algn="l" defTabSz="914400" rtl="0" eaLnBrk="1" latinLnBrk="0" hangingPunct="1">
        <a:lnSpc>
          <a:spcPct val="110000"/>
        </a:lnSpc>
        <a:spcBef>
          <a:spcPct val="0"/>
        </a:spcBef>
        <a:buNone/>
        <a:defRPr sz="3200" b="1" kern="120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0" algn="l" defTabSz="914400" rtl="0" eaLnBrk="1" latinLnBrk="0" hangingPunct="1">
        <a:lnSpc>
          <a:spcPct val="120000"/>
        </a:lnSpc>
        <a:spcBef>
          <a:spcPts val="500"/>
        </a:spcBef>
        <a:buFontTx/>
        <a:buNone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0" algn="l" defTabSz="914400" rtl="0" eaLnBrk="1" latinLnBrk="0" hangingPunct="1">
        <a:lnSpc>
          <a:spcPct val="120000"/>
        </a:lnSpc>
        <a:spcBef>
          <a:spcPts val="500"/>
        </a:spcBef>
        <a:buFontTx/>
        <a:buNone/>
        <a:defRPr sz="12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82296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microsoft.com/office/2011/relationships/webextension" Target="../webextensions/webextension2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058DFD9-28CB-4251-9345-A9DB59EF5A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00179" y="1159549"/>
            <a:ext cx="4268509" cy="1147698"/>
          </a:xfrm>
        </p:spPr>
        <p:txBody>
          <a:bodyPr>
            <a:normAutofit/>
          </a:bodyPr>
          <a:lstStyle/>
          <a:p>
            <a:r>
              <a:rPr lang="en-US" sz="4000">
                <a:latin typeface="Times New Roman"/>
                <a:cs typeface="Times New Roman"/>
              </a:rPr>
              <a:t>HR ANALYTICS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00180" y="4672845"/>
            <a:ext cx="3088974" cy="138173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800">
                <a:latin typeface="Times New Roman"/>
                <a:cs typeface="Times New Roman"/>
              </a:rPr>
              <a:t>BY</a:t>
            </a:r>
          </a:p>
          <a:p>
            <a:r>
              <a:rPr lang="en-US" sz="2800">
                <a:latin typeface="Times New Roman"/>
                <a:cs typeface="Times New Roman"/>
              </a:rPr>
              <a:t>SHAKTI ANAND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90BE76C-8C31-474D-9C9C-79733F933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5224980" y="-794"/>
            <a:ext cx="6972462" cy="346310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3488F6A-1DBE-45BA-93D8-3E45D5A1C4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24462" y="192629"/>
            <a:ext cx="3070455" cy="3070455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795431E-B7EE-44A7-BC53-12738BB8E4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5243267" y="3462314"/>
            <a:ext cx="3456575" cy="340085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1B5A3B83-A4E3-4C3A-A50B-DB9185BBB3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24980" y="3459708"/>
            <a:ext cx="3474862" cy="3403464"/>
          </a:xfrm>
          <a:custGeom>
            <a:avLst/>
            <a:gdLst>
              <a:gd name="connsiteX0" fmla="*/ 0 w 2559050"/>
              <a:gd name="connsiteY0" fmla="*/ 0 h 2559050"/>
              <a:gd name="connsiteX1" fmla="*/ 2559050 w 2559050"/>
              <a:gd name="connsiteY1" fmla="*/ 0 h 2559050"/>
              <a:gd name="connsiteX2" fmla="*/ 0 w 2559050"/>
              <a:gd name="connsiteY2" fmla="*/ 2559050 h 255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59050" h="2559050">
                <a:moveTo>
                  <a:pt x="0" y="0"/>
                </a:moveTo>
                <a:lnTo>
                  <a:pt x="2559050" y="0"/>
                </a:lnTo>
                <a:cubicBezTo>
                  <a:pt x="2559050" y="1413324"/>
                  <a:pt x="1413324" y="2559050"/>
                  <a:pt x="0" y="255905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CDD3FE1-5E0C-43E2-B81F-9756B1A271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7015267" y="1681264"/>
            <a:ext cx="6858796" cy="3494674"/>
          </a:xfrm>
          <a:custGeom>
            <a:avLst/>
            <a:gdLst>
              <a:gd name="connsiteX0" fmla="*/ 6850467 w 6850467"/>
              <a:gd name="connsiteY0" fmla="*/ 0 h 3492161"/>
              <a:gd name="connsiteX1" fmla="*/ 3568796 w 6850467"/>
              <a:gd name="connsiteY1" fmla="*/ 3487617 h 3492161"/>
              <a:gd name="connsiteX2" fmla="*/ 3395688 w 6850467"/>
              <a:gd name="connsiteY2" fmla="*/ 3492035 h 3492161"/>
              <a:gd name="connsiteX3" fmla="*/ 3395688 w 6850467"/>
              <a:gd name="connsiteY3" fmla="*/ 3492160 h 3492161"/>
              <a:gd name="connsiteX4" fmla="*/ 3390799 w 6850467"/>
              <a:gd name="connsiteY4" fmla="*/ 3492160 h 3492161"/>
              <a:gd name="connsiteX5" fmla="*/ 3390760 w 6850467"/>
              <a:gd name="connsiteY5" fmla="*/ 3492161 h 3492161"/>
              <a:gd name="connsiteX6" fmla="*/ 3390760 w 6850467"/>
              <a:gd name="connsiteY6" fmla="*/ 3492160 h 3492161"/>
              <a:gd name="connsiteX7" fmla="*/ 0 w 6850467"/>
              <a:gd name="connsiteY7" fmla="*/ 3492159 h 3492161"/>
              <a:gd name="connsiteX8" fmla="*/ 0 w 6850467"/>
              <a:gd name="connsiteY8" fmla="*/ 0 h 3492161"/>
              <a:gd name="connsiteX9" fmla="*/ 3390760 w 6850467"/>
              <a:gd name="connsiteY9" fmla="*/ 0 h 3492161"/>
              <a:gd name="connsiteX10" fmla="*/ 3395689 w 6850467"/>
              <a:gd name="connsiteY10" fmla="*/ 0 h 34921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850467" h="3492161">
                <a:moveTo>
                  <a:pt x="6850467" y="0"/>
                </a:moveTo>
                <a:cubicBezTo>
                  <a:pt x="6850467" y="1868397"/>
                  <a:pt x="5396800" y="3394086"/>
                  <a:pt x="3568796" y="3487617"/>
                </a:cubicBezTo>
                <a:lnTo>
                  <a:pt x="3395688" y="3492035"/>
                </a:lnTo>
                <a:lnTo>
                  <a:pt x="3395688" y="3492160"/>
                </a:lnTo>
                <a:lnTo>
                  <a:pt x="3390799" y="3492160"/>
                </a:lnTo>
                <a:lnTo>
                  <a:pt x="3390760" y="3492161"/>
                </a:lnTo>
                <a:lnTo>
                  <a:pt x="3390760" y="3492160"/>
                </a:lnTo>
                <a:lnTo>
                  <a:pt x="0" y="3492159"/>
                </a:lnTo>
                <a:lnTo>
                  <a:pt x="0" y="0"/>
                </a:lnTo>
                <a:lnTo>
                  <a:pt x="3390760" y="0"/>
                </a:lnTo>
                <a:lnTo>
                  <a:pt x="3395689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66117-39B6-7F1B-CCFC-B9B89E10A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7362" y="584735"/>
            <a:ext cx="9950103" cy="1507376"/>
          </a:xfrm>
        </p:spPr>
        <p:txBody>
          <a:bodyPr>
            <a:normAutofit/>
          </a:bodyPr>
          <a:lstStyle/>
          <a:p>
            <a:r>
              <a:rPr lang="en-US" sz="3600">
                <a:latin typeface="Times New Roman"/>
                <a:cs typeface="Times New Roman"/>
              </a:rPr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B02243-D905-C1ED-6AE7-871C406F3C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7362" y="2782220"/>
            <a:ext cx="9950103" cy="3513514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Wingdings" panose="020B0604020202020204" pitchFamily="34" charset="0"/>
              <a:buChar char="q"/>
            </a:pPr>
            <a:r>
              <a:rPr lang="en-US" sz="2400">
                <a:latin typeface="Times New Roman"/>
                <a:cs typeface="Times New Roman"/>
              </a:rPr>
              <a:t>  Business Task</a:t>
            </a:r>
            <a:endParaRPr lang="en-US" sz="2400" dirty="0">
              <a:latin typeface="Times New Roman"/>
              <a:cs typeface="Times New Roman"/>
            </a:endParaRPr>
          </a:p>
          <a:p>
            <a:pPr>
              <a:buFont typeface="Wingdings" panose="020B0604020202020204" pitchFamily="34" charset="0"/>
              <a:buChar char="q"/>
            </a:pPr>
            <a:r>
              <a:rPr lang="en-US" sz="2400">
                <a:latin typeface="Times New Roman"/>
                <a:cs typeface="Times New Roman"/>
              </a:rPr>
              <a:t>  Data Sources</a:t>
            </a:r>
            <a:endParaRPr lang="en-US" sz="2400" dirty="0">
              <a:latin typeface="Times New Roman"/>
              <a:cs typeface="Times New Roman"/>
            </a:endParaRPr>
          </a:p>
          <a:p>
            <a:pPr>
              <a:buFont typeface="Wingdings" panose="020B0604020202020204" pitchFamily="34" charset="0"/>
              <a:buChar char="q"/>
            </a:pPr>
            <a:r>
              <a:rPr lang="en-US" sz="2400">
                <a:latin typeface="Times New Roman"/>
                <a:cs typeface="Times New Roman"/>
              </a:rPr>
              <a:t>  Visualizations &amp; Insights</a:t>
            </a:r>
            <a:endParaRPr lang="en-US" sz="2400" dirty="0">
              <a:latin typeface="Times New Roman"/>
              <a:cs typeface="Times New Roman"/>
            </a:endParaRPr>
          </a:p>
          <a:p>
            <a:pPr>
              <a:buFont typeface="Wingdings" panose="020B0604020202020204" pitchFamily="34" charset="0"/>
              <a:buChar char="q"/>
            </a:pPr>
            <a:r>
              <a:rPr lang="en-US" sz="2400">
                <a:latin typeface="Times New Roman"/>
                <a:cs typeface="Times New Roman"/>
              </a:rPr>
              <a:t>  Dashboard</a:t>
            </a:r>
            <a:endParaRPr lang="en-US" sz="2400" dirty="0">
              <a:latin typeface="Times New Roman"/>
              <a:cs typeface="Times New Roman"/>
            </a:endParaRPr>
          </a:p>
          <a:p>
            <a:pPr>
              <a:buFont typeface="Wingdings" panose="020B0604020202020204" pitchFamily="34" charset="0"/>
              <a:buChar char="q"/>
            </a:pPr>
            <a:r>
              <a:rPr lang="en-US" sz="2400">
                <a:latin typeface="Times New Roman"/>
                <a:cs typeface="Times New Roman"/>
              </a:rPr>
              <a:t>  Recommendations</a:t>
            </a:r>
            <a:endParaRPr lang="en-US" sz="2400" dirty="0"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20B0604020202020204" pitchFamily="34" charset="0"/>
              <a:buChar char="q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0412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10A0E-E6E0-A587-9CAA-D5B7F3D62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7362" y="365530"/>
            <a:ext cx="9950103" cy="1507376"/>
          </a:xfrm>
        </p:spPr>
        <p:txBody>
          <a:bodyPr>
            <a:normAutofit/>
          </a:bodyPr>
          <a:lstStyle/>
          <a:p>
            <a:r>
              <a:rPr lang="en-US" sz="3600">
                <a:latin typeface="Times New Roman"/>
                <a:cs typeface="Times New Roman"/>
              </a:rPr>
              <a:t>BUSINESS TASK</a:t>
            </a:r>
            <a:endParaRPr lang="en-US" sz="3600" u="sng">
              <a:latin typeface="Times New Roman"/>
              <a:cs typeface="Times New Roman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E4BF25-52A7-356E-C929-B96A670D89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7362" y="2333371"/>
            <a:ext cx="6474131" cy="351351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200" dirty="0">
                <a:latin typeface="Times New Roman"/>
                <a:cs typeface="Times New Roman"/>
              </a:rPr>
              <a:t>Employee Attrition is the gradual workforce reduction when employees leave and their roles remains unfilled. </a:t>
            </a:r>
          </a:p>
          <a:p>
            <a:pPr marL="0" indent="0">
              <a:buNone/>
            </a:pPr>
            <a:endParaRPr lang="en-US" sz="2200" dirty="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2200" dirty="0">
                <a:latin typeface="Times New Roman"/>
                <a:cs typeface="Times New Roman"/>
              </a:rPr>
              <a:t>The goal is to analyze employee attrition patterns and uncover various demographic, job and performance </a:t>
            </a:r>
            <a:r>
              <a:rPr lang="en-US" sz="2200">
                <a:latin typeface="Times New Roman"/>
                <a:cs typeface="Times New Roman"/>
              </a:rPr>
              <a:t>factors driving employee attrition.</a:t>
            </a:r>
            <a:endParaRPr lang="en-US" sz="2200" dirty="0"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01284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4C1B2-3E0F-F372-99FE-E7276FB015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7362" y="407283"/>
            <a:ext cx="9950103" cy="1507376"/>
          </a:xfrm>
        </p:spPr>
        <p:txBody>
          <a:bodyPr>
            <a:normAutofit/>
          </a:bodyPr>
          <a:lstStyle/>
          <a:p>
            <a:r>
              <a:rPr lang="en-US" sz="3600">
                <a:latin typeface="Times New Roman"/>
                <a:cs typeface="Times New Roman"/>
              </a:rPr>
              <a:t>DATA 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53CD16-EE88-5AD9-FFE1-9E865EC671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7362" y="2375124"/>
            <a:ext cx="8676625" cy="351351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200" dirty="0">
                <a:latin typeface="Times New Roman"/>
                <a:cs typeface="Times New Roman"/>
              </a:rPr>
              <a:t>Kaggle IBM HR Analytics Employee Attrition Performance </a:t>
            </a:r>
            <a:r>
              <a:rPr lang="en-US" sz="2200">
                <a:latin typeface="Times New Roman"/>
                <a:cs typeface="Times New Roman"/>
              </a:rPr>
              <a:t>Dataset (Public Domain)</a:t>
            </a:r>
            <a:r>
              <a:rPr lang="en-US" sz="2000">
                <a:latin typeface="Times New Roman"/>
                <a:cs typeface="Times New Roman"/>
              </a:rPr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000" dirty="0">
                <a:latin typeface="Times New Roman"/>
                <a:cs typeface="Times New Roman"/>
              </a:rPr>
              <a:t>The IBM HR Analytics Dataset is a fictional and synthetic dataset, anonymized by IBM data scientists. This dataset contains employee information such as age, gender, education, department, job role, employee performance, work–life balance, travel requirements, survey scores.    </a:t>
            </a:r>
          </a:p>
        </p:txBody>
      </p:sp>
    </p:spTree>
    <p:extLst>
      <p:ext uri="{BB962C8B-B14F-4D97-AF65-F5344CB8AC3E}">
        <p14:creationId xmlns:p14="http://schemas.microsoft.com/office/powerpoint/2010/main" val="7267067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75B2D-E57A-C369-BA16-B88675940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7362" y="187"/>
            <a:ext cx="9950103" cy="1507376"/>
          </a:xfrm>
        </p:spPr>
        <p:txBody>
          <a:bodyPr/>
          <a:lstStyle/>
          <a:p>
            <a:r>
              <a:rPr lang="en-US" sz="3600">
                <a:latin typeface="Times New Roman"/>
                <a:cs typeface="Times New Roman"/>
              </a:rPr>
              <a:t>UNDERSTANDING THE DATA</a:t>
            </a:r>
            <a:r>
              <a:rPr lang="en-US">
                <a:latin typeface="Times New Roman"/>
                <a:cs typeface="Times New Roman"/>
              </a:rPr>
              <a:t> 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8793423-EA21-BDC5-0CFC-ACBB085CF9E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08223664"/>
              </p:ext>
            </p:extLst>
          </p:nvPr>
        </p:nvGraphicFramePr>
        <p:xfrm>
          <a:off x="1077913" y="2072384"/>
          <a:ext cx="9948862" cy="39202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300663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7526E-D4F0-AB63-EA98-122D8F468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3336" y="319380"/>
            <a:ext cx="5889445" cy="695245"/>
          </a:xfrm>
        </p:spPr>
        <p:txBody>
          <a:bodyPr/>
          <a:lstStyle/>
          <a:p>
            <a:r>
              <a:rPr lang="en-US">
                <a:latin typeface="Times New Roman"/>
                <a:cs typeface="Times New Roman"/>
              </a:rPr>
              <a:t>ATTRITION BY AGE GROUP 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1D5BB34-3D7F-1CD5-1829-17DF4F1E9D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2361" r="-4614" b="215"/>
          <a:stretch>
            <a:fillRect/>
          </a:stretch>
        </p:blipFill>
        <p:spPr>
          <a:xfrm>
            <a:off x="1754605" y="2003830"/>
            <a:ext cx="8702389" cy="4364165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E5A306E-F728-3171-9A17-B5CC02A39D2A}"/>
              </a:ext>
            </a:extLst>
          </p:cNvPr>
          <p:cNvSpPr txBox="1"/>
          <p:nvPr/>
        </p:nvSpPr>
        <p:spPr>
          <a:xfrm>
            <a:off x="910165" y="1152071"/>
            <a:ext cx="1039585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latin typeface="Times New Roman"/>
                <a:cs typeface="Times New Roman"/>
              </a:rPr>
              <a:t>Attrition is highest among the younger age group of employees, </a:t>
            </a:r>
            <a:r>
              <a:rPr lang="en-US" sz="2000">
                <a:latin typeface="Times New Roman"/>
                <a:cs typeface="Times New Roman"/>
              </a:rPr>
              <a:t>indicative of</a:t>
            </a:r>
            <a:r>
              <a:rPr lang="en-US" sz="2000" dirty="0">
                <a:latin typeface="Times New Roman"/>
                <a:cs typeface="Times New Roman"/>
              </a:rPr>
              <a:t> employees seeking career progression or exploration.</a:t>
            </a:r>
            <a:r>
              <a:rPr lang="en-US" dirty="0"/>
              <a:t>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6019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3CEB5B0-E43C-D042-E9F5-0DE324F63E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762" y="2144457"/>
            <a:ext cx="9876230" cy="3801187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AE27202-02EB-280A-BD79-B70CE1715D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115" y="375968"/>
            <a:ext cx="9950103" cy="640993"/>
          </a:xfrm>
        </p:spPr>
        <p:txBody>
          <a:bodyPr>
            <a:noAutofit/>
          </a:bodyPr>
          <a:lstStyle/>
          <a:p>
            <a:r>
              <a:rPr lang="en-US" sz="3600" dirty="0">
                <a:latin typeface="Times New Roman"/>
                <a:cs typeface="Times New Roman"/>
              </a:rPr>
              <a:t>               </a:t>
            </a:r>
            <a:r>
              <a:rPr lang="en-US">
                <a:latin typeface="Times New Roman"/>
                <a:cs typeface="Times New Roman"/>
              </a:rPr>
              <a:t>ATTRITION BY EDUCATION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D0ED5A-B5D3-C474-1024-C0244E46DA67}"/>
              </a:ext>
            </a:extLst>
          </p:cNvPr>
          <p:cNvSpPr txBox="1"/>
          <p:nvPr/>
        </p:nvSpPr>
        <p:spPr>
          <a:xfrm>
            <a:off x="1146522" y="1224251"/>
            <a:ext cx="9871748" cy="913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7637F2-444C-C9E8-53DE-59E906843425}"/>
              </a:ext>
            </a:extLst>
          </p:cNvPr>
          <p:cNvSpPr txBox="1"/>
          <p:nvPr/>
        </p:nvSpPr>
        <p:spPr>
          <a:xfrm>
            <a:off x="1113692" y="1226504"/>
            <a:ext cx="10067144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latin typeface="Times New Roman"/>
                <a:cs typeface="Times New Roman"/>
              </a:rPr>
              <a:t>Bachelor's degree holders account for the highest number of attrition (99), while employees with only secondary or technical education (Below College) have highest share of attrition (18.23%).</a:t>
            </a:r>
            <a:endParaRPr lang="en-US" sz="20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152237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CCC5C-833C-82AA-B9E8-BC2DFA86F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0099" y="309355"/>
            <a:ext cx="7954867" cy="775455"/>
          </a:xfrm>
        </p:spPr>
        <p:txBody>
          <a:bodyPr>
            <a:normAutofit/>
          </a:bodyPr>
          <a:lstStyle/>
          <a:p>
            <a:r>
              <a:rPr lang="en-US">
                <a:latin typeface="Times New Roman"/>
                <a:cs typeface="Times New Roman"/>
              </a:rPr>
              <a:t>ATTRITION BY EDUCATION FIELD</a:t>
            </a:r>
          </a:p>
        </p:txBody>
      </p:sp>
      <p:pic>
        <p:nvPicPr>
          <p:cNvPr id="3" name="Picture 2" descr="A graph with many rectangles&#10;&#10;AI-generated content may be incorrect.">
            <a:extLst>
              <a:ext uri="{FF2B5EF4-FFF2-40B4-BE49-F238E27FC236}">
                <a16:creationId xmlns:a16="http://schemas.microsoft.com/office/drawing/2014/main" id="{4E728665-6EE8-02C9-AF51-3E432140E0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99" y="2176833"/>
            <a:ext cx="9855869" cy="4177615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61202C5-2770-7CF7-8137-8AF36FB2D3F0}"/>
              </a:ext>
            </a:extLst>
          </p:cNvPr>
          <p:cNvSpPr txBox="1"/>
          <p:nvPr/>
        </p:nvSpPr>
        <p:spPr>
          <a:xfrm>
            <a:off x="1091595" y="1223130"/>
            <a:ext cx="10314214" cy="70788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latin typeface="Times New Roman"/>
                <a:cs typeface="Times New Roman"/>
              </a:rPr>
              <a:t>Employees from Life Sciences stream show the highest number of attrition, but employees who studied Human Resources contribute to 25.9% of attrition among all educat</a:t>
            </a:r>
            <a:r>
              <a:rPr lang="en-US" sz="2000">
                <a:latin typeface="Times New Roman"/>
                <a:cs typeface="Times New Roman"/>
              </a:rPr>
              <a:t>ion field.</a:t>
            </a:r>
          </a:p>
        </p:txBody>
      </p:sp>
    </p:spTree>
    <p:extLst>
      <p:ext uri="{BB962C8B-B14F-4D97-AF65-F5344CB8AC3E}">
        <p14:creationId xmlns:p14="http://schemas.microsoft.com/office/powerpoint/2010/main" val="31597141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AD62C-4448-27BF-D7ED-9738EFE1A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886" y="490623"/>
            <a:ext cx="6091723" cy="684901"/>
          </a:xfrm>
        </p:spPr>
        <p:txBody>
          <a:bodyPr>
            <a:normAutofit/>
          </a:bodyPr>
          <a:lstStyle/>
          <a:p>
            <a:r>
              <a:rPr lang="en-US">
                <a:latin typeface="Times New Roman"/>
                <a:cs typeface="Times New Roman"/>
              </a:rPr>
              <a:t>ATTRITION BY DEPARTMENT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2E85710-3DFD-8031-4586-36D4D35EA02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913" t="14678" r="33251" b="10155"/>
          <a:stretch>
            <a:fillRect/>
          </a:stretch>
        </p:blipFill>
        <p:spPr>
          <a:xfrm>
            <a:off x="5817808" y="1593794"/>
            <a:ext cx="5086555" cy="437334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80DF3E2-15DA-6F39-8012-A791BD1F1356}"/>
              </a:ext>
            </a:extLst>
          </p:cNvPr>
          <p:cNvSpPr txBox="1"/>
          <p:nvPr/>
        </p:nvSpPr>
        <p:spPr>
          <a:xfrm>
            <a:off x="733273" y="2019905"/>
            <a:ext cx="5252357" cy="224676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latin typeface="Times New Roman"/>
                <a:cs typeface="Times New Roman"/>
              </a:rPr>
              <a:t>Research &amp; Development department </a:t>
            </a:r>
            <a:r>
              <a:rPr lang="en-US" sz="2000">
                <a:latin typeface="Times New Roman"/>
                <a:cs typeface="Times New Roman"/>
              </a:rPr>
              <a:t>has highest workforce count of 961 employees </a:t>
            </a:r>
            <a:r>
              <a:rPr lang="en-US" sz="2000" dirty="0">
                <a:latin typeface="Times New Roman"/>
                <a:cs typeface="Times New Roman"/>
              </a:rPr>
              <a:t>and records </a:t>
            </a:r>
            <a:r>
              <a:rPr lang="en-US" sz="2000">
                <a:latin typeface="Times New Roman"/>
                <a:cs typeface="Times New Roman"/>
              </a:rPr>
              <a:t>highest attrition count of 133. </a:t>
            </a:r>
            <a:endParaRPr lang="en-US"/>
          </a:p>
          <a:p>
            <a:endParaRPr lang="en-US" sz="2000" dirty="0">
              <a:latin typeface="Times New Roman"/>
              <a:cs typeface="Times New Roman"/>
            </a:endParaRPr>
          </a:p>
          <a:p>
            <a:r>
              <a:rPr lang="en-US" sz="2000">
                <a:latin typeface="Times New Roman"/>
                <a:cs typeface="Times New Roman"/>
              </a:rPr>
              <a:t>In contrast, the </a:t>
            </a:r>
            <a:r>
              <a:rPr lang="en-US" sz="2000" dirty="0">
                <a:latin typeface="Times New Roman"/>
                <a:cs typeface="Times New Roman"/>
              </a:rPr>
              <a:t>Sales department records highest attrition rate of 20.62% of </a:t>
            </a:r>
            <a:r>
              <a:rPr lang="en-US" sz="2000">
                <a:latin typeface="Times New Roman"/>
                <a:cs typeface="Times New Roman"/>
              </a:rPr>
              <a:t>its</a:t>
            </a:r>
            <a:r>
              <a:rPr lang="en-US" sz="2000" dirty="0">
                <a:latin typeface="Times New Roman"/>
                <a:cs typeface="Times New Roman"/>
              </a:rPr>
              <a:t> department's workforce.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3565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56745-CEC7-0C1D-9AA5-EF5991D42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2886" y="176148"/>
            <a:ext cx="5571627" cy="721186"/>
          </a:xfrm>
        </p:spPr>
        <p:txBody>
          <a:bodyPr/>
          <a:lstStyle/>
          <a:p>
            <a:r>
              <a:rPr lang="en-US">
                <a:latin typeface="Times New Roman"/>
                <a:cs typeface="Times New Roman"/>
              </a:rPr>
              <a:t>ATTRITION BY JOB ROLE</a:t>
            </a:r>
          </a:p>
        </p:txBody>
      </p:sp>
      <p:pic>
        <p:nvPicPr>
          <p:cNvPr id="3" name="Picture 2" descr="A green and white bar graph&#10;&#10;AI-generated content may be incorrect.">
            <a:extLst>
              <a:ext uri="{FF2B5EF4-FFF2-40B4-BE49-F238E27FC236}">
                <a16:creationId xmlns:a16="http://schemas.microsoft.com/office/drawing/2014/main" id="{EA308AA4-FC0D-3B30-3974-D194358F4B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036" y="1850738"/>
            <a:ext cx="9906001" cy="4704714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A574451-660C-929F-1BBD-16D7AC77D335}"/>
              </a:ext>
            </a:extLst>
          </p:cNvPr>
          <p:cNvSpPr txBox="1"/>
          <p:nvPr/>
        </p:nvSpPr>
        <p:spPr>
          <a:xfrm>
            <a:off x="1156607" y="1006928"/>
            <a:ext cx="10232571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latin typeface="Times New Roman"/>
                <a:cs typeface="Times New Roman"/>
              </a:rPr>
              <a:t>Sales Executives and Laboratory Technicians show the highest attrition among all roles across the company, indicative of</a:t>
            </a:r>
            <a:r>
              <a:rPr lang="en-US" sz="2000">
                <a:latin typeface="Times New Roman"/>
                <a:cs typeface="Times New Roman"/>
              </a:rPr>
              <a:t> higher attrition at the lower end of the organizational hierarchy.</a:t>
            </a:r>
          </a:p>
        </p:txBody>
      </p:sp>
    </p:spTree>
    <p:extLst>
      <p:ext uri="{BB962C8B-B14F-4D97-AF65-F5344CB8AC3E}">
        <p14:creationId xmlns:p14="http://schemas.microsoft.com/office/powerpoint/2010/main" val="14549402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04647-2333-88A2-169A-5FC37C2F9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2178" y="179012"/>
            <a:ext cx="6370709" cy="715298"/>
          </a:xfrm>
        </p:spPr>
        <p:txBody>
          <a:bodyPr/>
          <a:lstStyle/>
          <a:p>
            <a:r>
              <a:rPr lang="en-US">
                <a:latin typeface="Times New Roman"/>
                <a:cs typeface="Times New Roman"/>
              </a:rPr>
              <a:t>ATTRITION BY SALARY HIKE</a:t>
            </a:r>
          </a:p>
        </p:txBody>
      </p:sp>
      <p:pic>
        <p:nvPicPr>
          <p:cNvPr id="4" name="Picture 3" descr="A graph with numbers and a line&#10;&#10;AI-generated content may be incorrect.">
            <a:extLst>
              <a:ext uri="{FF2B5EF4-FFF2-40B4-BE49-F238E27FC236}">
                <a16:creationId xmlns:a16="http://schemas.microsoft.com/office/drawing/2014/main" id="{AA78E3AA-6CE7-9C9C-F2DE-9A18384924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19257"/>
            <a:ext cx="9795711" cy="4943485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DE0280E-ADFA-0A60-F25C-D1E508C33F9B}"/>
              </a:ext>
            </a:extLst>
          </p:cNvPr>
          <p:cNvSpPr txBox="1"/>
          <p:nvPr/>
        </p:nvSpPr>
        <p:spPr>
          <a:xfrm>
            <a:off x="1057370" y="1003453"/>
            <a:ext cx="1008430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latin typeface="Times New Roman"/>
                <a:cs typeface="Times New Roman"/>
              </a:rPr>
              <a:t>Employees with a lower salary hike show higher attrition in comparison to employees receiving greater salary hike, suggesting that consiste</a:t>
            </a:r>
            <a:r>
              <a:rPr lang="en-US" sz="2000">
                <a:latin typeface="Times New Roman"/>
                <a:cs typeface="Times New Roman"/>
              </a:rPr>
              <a:t>nt pay growth contributes to employee retention.</a:t>
            </a:r>
            <a:endParaRPr lang="en-US" sz="20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8783109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2CAA3-DF56-82B4-D248-E6077DBDE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0730" y="259224"/>
            <a:ext cx="7473603" cy="645113"/>
          </a:xfrm>
        </p:spPr>
        <p:txBody>
          <a:bodyPr>
            <a:normAutofit fontScale="90000"/>
          </a:bodyPr>
          <a:lstStyle/>
          <a:p>
            <a:r>
              <a:rPr lang="en-US">
                <a:latin typeface="Times New Roman"/>
                <a:cs typeface="Times New Roman"/>
              </a:rPr>
              <a:t>ATTRITION BY YEARS AT COMPANY 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F0D713B-1A68-B445-6278-1E78A65FD6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6964" y="902368"/>
            <a:ext cx="4650500" cy="5434263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1EFEC31-1C57-A59F-7BC4-039202D25614}"/>
              </a:ext>
            </a:extLst>
          </p:cNvPr>
          <p:cNvSpPr txBox="1"/>
          <p:nvPr/>
        </p:nvSpPr>
        <p:spPr>
          <a:xfrm>
            <a:off x="251997" y="1562701"/>
            <a:ext cx="5235027" cy="16312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latin typeface="Times New Roman"/>
                <a:ea typeface="+mn-lt"/>
                <a:cs typeface="Times New Roman"/>
              </a:rPr>
              <a:t>Attrition is highest among employees with 0–2 </a:t>
            </a:r>
            <a:r>
              <a:rPr lang="en-US" sz="2000" dirty="0">
                <a:latin typeface="Times New Roman"/>
                <a:ea typeface="+mn-lt"/>
                <a:cs typeface="Times New Roman"/>
              </a:rPr>
              <a:t>years of tenure and declines significantly in later years, highlighting the importance of strengthening retention strategies during the early </a:t>
            </a:r>
            <a:r>
              <a:rPr lang="en-US" sz="2000">
                <a:latin typeface="Times New Roman"/>
                <a:ea typeface="+mn-lt"/>
                <a:cs typeface="Times New Roman"/>
              </a:rPr>
              <a:t>years of employment.</a:t>
            </a:r>
            <a:endParaRPr lang="en-US" sz="20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321823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D114C-4808-8010-AC0A-30AFF39A0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0362" y="529933"/>
            <a:ext cx="7744314" cy="625061"/>
          </a:xfrm>
        </p:spPr>
        <p:txBody>
          <a:bodyPr/>
          <a:lstStyle/>
          <a:p>
            <a:r>
              <a:rPr lang="en-US">
                <a:latin typeface="Times New Roman"/>
                <a:cs typeface="Times New Roman"/>
              </a:rPr>
              <a:t>ATTRITION BY WORK-LIFE BALANCE</a:t>
            </a:r>
          </a:p>
        </p:txBody>
      </p:sp>
      <p:pic>
        <p:nvPicPr>
          <p:cNvPr id="6" name="Picture 5" descr="A blue line on a white background&#10;&#10;AI-generated content may be incorrect.">
            <a:extLst>
              <a:ext uri="{FF2B5EF4-FFF2-40B4-BE49-F238E27FC236}">
                <a16:creationId xmlns:a16="http://schemas.microsoft.com/office/drawing/2014/main" id="{DBADBC2F-31BF-5601-A9CC-212FF0F934F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156" r="-82" b="1299"/>
          <a:stretch>
            <a:fillRect/>
          </a:stretch>
        </p:blipFill>
        <p:spPr>
          <a:xfrm>
            <a:off x="872288" y="3248617"/>
            <a:ext cx="10248632" cy="129238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6E31B93-D4F2-6300-E87A-C88BD4289D69}"/>
              </a:ext>
            </a:extLst>
          </p:cNvPr>
          <p:cNvSpPr txBox="1"/>
          <p:nvPr/>
        </p:nvSpPr>
        <p:spPr>
          <a:xfrm>
            <a:off x="873880" y="1718718"/>
            <a:ext cx="10246178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latin typeface="Times New Roman"/>
                <a:cs typeface="Times New Roman"/>
              </a:rPr>
              <a:t>Attrition is concentrated among employees experiencing a moderate level of work-life balance, </a:t>
            </a:r>
            <a:r>
              <a:rPr lang="en-US" sz="2000">
                <a:latin typeface="Times New Roman"/>
                <a:cs typeface="Times New Roman"/>
              </a:rPr>
              <a:t>indicative of various other factors such as environment satisfaction, career progression and growth </a:t>
            </a:r>
            <a:r>
              <a:rPr lang="en-US" sz="2000" dirty="0">
                <a:latin typeface="Times New Roman"/>
                <a:cs typeface="Times New Roman"/>
              </a:rPr>
              <a:t>playing a significant role in driving attrition. </a:t>
            </a:r>
          </a:p>
        </p:txBody>
      </p:sp>
    </p:spTree>
    <p:extLst>
      <p:ext uri="{BB962C8B-B14F-4D97-AF65-F5344CB8AC3E}">
        <p14:creationId xmlns:p14="http://schemas.microsoft.com/office/powerpoint/2010/main" val="28988672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A4E07-D759-1620-3166-DFAC473A55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20641" y="446574"/>
            <a:ext cx="3952075" cy="732486"/>
          </a:xfrm>
        </p:spPr>
        <p:txBody>
          <a:bodyPr/>
          <a:lstStyle/>
          <a:p>
            <a:r>
              <a:rPr lang="en-US">
                <a:latin typeface="Times New Roman"/>
                <a:cs typeface="Times New Roman"/>
              </a:rPr>
              <a:t>SURVEY SCORES</a:t>
            </a:r>
          </a:p>
        </p:txBody>
      </p:sp>
      <p:pic>
        <p:nvPicPr>
          <p:cNvPr id="3" name="Picture 2" descr="A blue and black text&#10;&#10;AI-generated content may be incorrect.">
            <a:extLst>
              <a:ext uri="{FF2B5EF4-FFF2-40B4-BE49-F238E27FC236}">
                <a16:creationId xmlns:a16="http://schemas.microsoft.com/office/drawing/2014/main" id="{AEE84ADB-29A2-420C-ED8F-2FDBCBBC96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3689" y="4807331"/>
            <a:ext cx="2895600" cy="761999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4" name="Picture 3" descr="A blue and white box with black text&#10;&#10;AI-generated content may be incorrect.">
            <a:extLst>
              <a:ext uri="{FF2B5EF4-FFF2-40B4-BE49-F238E27FC236}">
                <a16:creationId xmlns:a16="http://schemas.microsoft.com/office/drawing/2014/main" id="{B3B87CEF-3148-D9CB-DC54-9152EAD957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0658" y="3150984"/>
            <a:ext cx="2897605" cy="741947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5" name="Picture 4" descr="A blue and black text&#10;&#10;AI-generated content may be incorrect.">
            <a:extLst>
              <a:ext uri="{FF2B5EF4-FFF2-40B4-BE49-F238E27FC236}">
                <a16:creationId xmlns:a16="http://schemas.microsoft.com/office/drawing/2014/main" id="{17809787-0B7F-658C-9A71-49AE6F2528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0658" y="1606933"/>
            <a:ext cx="2897604" cy="882315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3417587-22BD-2BB5-0DF4-B651751874B4}"/>
              </a:ext>
            </a:extLst>
          </p:cNvPr>
          <p:cNvSpPr txBox="1"/>
          <p:nvPr/>
        </p:nvSpPr>
        <p:spPr>
          <a:xfrm>
            <a:off x="445166" y="1709844"/>
            <a:ext cx="6228727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latin typeface="Times New Roman"/>
                <a:cs typeface="Times New Roman"/>
              </a:rPr>
              <a:t>Environment Satisfaction</a:t>
            </a:r>
            <a:r>
              <a:rPr lang="en-US" sz="2000" dirty="0">
                <a:latin typeface="Times New Roman"/>
                <a:cs typeface="Times New Roman"/>
              </a:rPr>
              <a:t> – 48.5% of employees leaving by attrition experience low-to-medium environment satisfaction </a:t>
            </a:r>
            <a:r>
              <a:rPr lang="en-US" sz="2000">
                <a:latin typeface="Times New Roman"/>
                <a:cs typeface="Times New Roman"/>
              </a:rPr>
              <a:t>within the company.</a:t>
            </a:r>
            <a:endParaRPr lang="en-US" sz="2000" dirty="0">
              <a:latin typeface="Times New Roman"/>
              <a:cs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383DB5-2B46-0847-FD32-AAAA131C3EA6}"/>
              </a:ext>
            </a:extLst>
          </p:cNvPr>
          <p:cNvSpPr txBox="1"/>
          <p:nvPr/>
        </p:nvSpPr>
        <p:spPr>
          <a:xfrm>
            <a:off x="441067" y="3147546"/>
            <a:ext cx="6230137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latin typeface="Times New Roman"/>
                <a:cs typeface="Times New Roman"/>
              </a:rPr>
              <a:t>Job Satisfaction</a:t>
            </a:r>
            <a:r>
              <a:rPr lang="en-US" sz="2000" dirty="0">
                <a:latin typeface="Times New Roman"/>
                <a:cs typeface="Times New Roman"/>
              </a:rPr>
              <a:t> – Attrition is concentrated at </a:t>
            </a:r>
            <a:r>
              <a:rPr lang="en-US" sz="2000">
                <a:latin typeface="Times New Roman"/>
                <a:cs typeface="Times New Roman"/>
              </a:rPr>
              <a:t>extreme ends, with 30.8% of employees leaving </a:t>
            </a:r>
            <a:r>
              <a:rPr lang="en-US" sz="2000" dirty="0">
                <a:latin typeface="Times New Roman"/>
                <a:cs typeface="Times New Roman"/>
              </a:rPr>
              <a:t>reporting higher levels of job satisfaction. </a:t>
            </a:r>
            <a:r>
              <a:rPr lang="en-US" sz="2000">
                <a:latin typeface="Times New Roman"/>
                <a:cs typeface="Times New Roman"/>
              </a:rPr>
              <a:t>In contrast, 28% of employees </a:t>
            </a:r>
            <a:r>
              <a:rPr lang="en-US" sz="2000" dirty="0">
                <a:latin typeface="Times New Roman"/>
                <a:cs typeface="Times New Roman"/>
              </a:rPr>
              <a:t>reporting low level of job satisfaction. 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692C54-646D-5921-08F2-C241746B5003}"/>
              </a:ext>
            </a:extLst>
          </p:cNvPr>
          <p:cNvSpPr txBox="1"/>
          <p:nvPr/>
        </p:nvSpPr>
        <p:spPr>
          <a:xfrm>
            <a:off x="442521" y="4810939"/>
            <a:ext cx="6064425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latin typeface="Times New Roman"/>
                <a:cs typeface="Times New Roman"/>
              </a:rPr>
              <a:t>Job Involvement</a:t>
            </a:r>
            <a:r>
              <a:rPr lang="en-US" sz="2000" dirty="0">
                <a:latin typeface="Times New Roman"/>
                <a:cs typeface="Times New Roman"/>
              </a:rPr>
              <a:t> -  Attrition is the highest among high-performing employees, with 52.74% of employees leaving the organization having a high job involvement, suggesting a strong need to focus </a:t>
            </a:r>
            <a:r>
              <a:rPr lang="en-US" sz="2000">
                <a:latin typeface="Times New Roman"/>
                <a:cs typeface="Times New Roman"/>
              </a:rPr>
              <a:t>on talent retention.</a:t>
            </a:r>
            <a:endParaRPr lang="en-US" sz="20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509199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20FC7-0D5D-847A-5016-240E2956C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468" y="725209"/>
            <a:ext cx="2310051" cy="695245"/>
          </a:xfrm>
        </p:spPr>
        <p:txBody>
          <a:bodyPr/>
          <a:lstStyle/>
          <a:p>
            <a:r>
              <a:rPr lang="en-US">
                <a:latin typeface="Times New Roman"/>
                <a:cs typeface="Times New Roman"/>
              </a:rPr>
              <a:t>INSIGHTS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737966-7713-B60E-882A-19F3E512B3DE}"/>
              </a:ext>
            </a:extLst>
          </p:cNvPr>
          <p:cNvSpPr txBox="1"/>
          <p:nvPr/>
        </p:nvSpPr>
        <p:spPr>
          <a:xfrm>
            <a:off x="741445" y="1910657"/>
            <a:ext cx="10699725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Wingdings"/>
              <a:buChar char="q"/>
            </a:pPr>
            <a:r>
              <a:rPr lang="en-US">
                <a:latin typeface="Times New Roman"/>
                <a:cs typeface="Times New Roman"/>
              </a:rPr>
              <a:t>Young or early–career professionals show high attrition, indicative of a cumulative effect of several factors like career alignment, growth opportunities, job expectations, workplace environment , organizational support.</a:t>
            </a:r>
            <a:endParaRPr lang="en-US" dirty="0">
              <a:latin typeface="Times New Roman"/>
              <a:cs typeface="Times New Roman"/>
            </a:endParaRPr>
          </a:p>
          <a:p>
            <a:pPr marL="342900" indent="-342900">
              <a:buFont typeface="Wingdings"/>
              <a:buChar char="q"/>
            </a:pPr>
            <a:endParaRPr lang="en-US" dirty="0">
              <a:latin typeface="Times New Roman"/>
              <a:cs typeface="Times New Roman"/>
            </a:endParaRPr>
          </a:p>
          <a:p>
            <a:pPr marL="342900" indent="-342900">
              <a:buFont typeface="Wingdings"/>
              <a:buChar char="q"/>
            </a:pPr>
            <a:endParaRPr lang="en-US" dirty="0">
              <a:latin typeface="Times New Roman"/>
              <a:cs typeface="Times New Roman"/>
            </a:endParaRPr>
          </a:p>
          <a:p>
            <a:pPr marL="342900" indent="-342900">
              <a:buFont typeface="Wingdings"/>
              <a:buChar char="q"/>
            </a:pPr>
            <a:r>
              <a:rPr lang="en-US" dirty="0">
                <a:latin typeface="Times New Roman"/>
                <a:cs typeface="Times New Roman"/>
              </a:rPr>
              <a:t>Employees with lower formal education have higher attrition rates, suggesting how education levels </a:t>
            </a:r>
            <a:r>
              <a:rPr lang="en-US">
                <a:latin typeface="Times New Roman"/>
                <a:cs typeface="Times New Roman"/>
              </a:rPr>
              <a:t>affects growth opportunities and progression within the company. </a:t>
            </a:r>
            <a:endParaRPr lang="en-US" dirty="0">
              <a:latin typeface="Times New Roman"/>
              <a:cs typeface="Times New Roman"/>
            </a:endParaRPr>
          </a:p>
          <a:p>
            <a:pPr marL="342900" indent="-342900">
              <a:buFont typeface="Wingdings"/>
              <a:buChar char="q"/>
            </a:pPr>
            <a:endParaRPr lang="en-US" dirty="0">
              <a:latin typeface="Times New Roman"/>
              <a:cs typeface="Times New Roman"/>
            </a:endParaRPr>
          </a:p>
          <a:p>
            <a:pPr marL="342900" indent="-342900">
              <a:buFont typeface="Wingdings"/>
              <a:buChar char="q"/>
            </a:pPr>
            <a:endParaRPr lang="en-US" dirty="0">
              <a:latin typeface="Times New Roman"/>
              <a:cs typeface="Times New Roman"/>
            </a:endParaRPr>
          </a:p>
          <a:p>
            <a:pPr marL="342900" indent="-342900">
              <a:buFont typeface="Wingdings"/>
              <a:buChar char="q"/>
            </a:pPr>
            <a:r>
              <a:rPr lang="en-US">
                <a:latin typeface="Times New Roman"/>
                <a:cs typeface="Times New Roman"/>
              </a:rPr>
              <a:t>The Department of Sales records highest attrition among all departments, suggesting potential employee dissatisfaction or high workplace pressure within the department.</a:t>
            </a:r>
            <a:endParaRPr lang="en-US" dirty="0">
              <a:latin typeface="Times New Roman"/>
              <a:cs typeface="Times New Roman"/>
            </a:endParaRPr>
          </a:p>
          <a:p>
            <a:pPr marL="342900" indent="-342900">
              <a:buFont typeface="Wingdings"/>
              <a:buChar char="q"/>
            </a:pPr>
            <a:endParaRPr lang="en-US" dirty="0">
              <a:latin typeface="Times New Roman"/>
              <a:cs typeface="Times New Roman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57401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6135C-9F41-04A1-1C86-C4B93B323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677" y="871466"/>
            <a:ext cx="2560709" cy="564903"/>
          </a:xfrm>
        </p:spPr>
        <p:txBody>
          <a:bodyPr>
            <a:noAutofit/>
          </a:bodyPr>
          <a:lstStyle/>
          <a:p>
            <a:r>
              <a:rPr lang="en-US">
                <a:latin typeface="Times New Roman"/>
                <a:cs typeface="Times New Roman"/>
              </a:rPr>
              <a:t>INSIGHTS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51738F-3199-8D6C-EE16-3D6CBF883963}"/>
              </a:ext>
            </a:extLst>
          </p:cNvPr>
          <p:cNvSpPr txBox="1"/>
          <p:nvPr/>
        </p:nvSpPr>
        <p:spPr>
          <a:xfrm>
            <a:off x="820511" y="1859523"/>
            <a:ext cx="9411055" cy="31393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Wingdings,Sans-Serif"/>
              <a:buChar char="q"/>
            </a:pPr>
            <a:r>
              <a:rPr lang="en-US">
                <a:latin typeface="Times New Roman"/>
                <a:cs typeface="Times New Roman"/>
              </a:rPr>
              <a:t>A higher pay growth plays a significant role in employee retention. </a:t>
            </a:r>
          </a:p>
          <a:p>
            <a:pPr marL="342900" indent="-342900">
              <a:buFont typeface="Wingdings,Sans-Serif"/>
              <a:buChar char="q"/>
            </a:pPr>
            <a:endParaRPr lang="en-US" dirty="0">
              <a:latin typeface="Times New Roman"/>
              <a:cs typeface="Times New Roman"/>
            </a:endParaRPr>
          </a:p>
          <a:p>
            <a:pPr marL="342900" indent="-342900">
              <a:buFont typeface="Wingdings,Sans-Serif"/>
              <a:buChar char="q"/>
            </a:pPr>
            <a:endParaRPr lang="en-US" dirty="0">
              <a:latin typeface="Times New Roman"/>
              <a:cs typeface="Times New Roman"/>
            </a:endParaRPr>
          </a:p>
          <a:p>
            <a:pPr marL="342900" indent="-342900">
              <a:buFont typeface="Wingdings,Sans-Serif"/>
              <a:buChar char="q"/>
            </a:pPr>
            <a:r>
              <a:rPr lang="en-US" dirty="0">
                <a:latin typeface="Times New Roman"/>
                <a:cs typeface="Times New Roman"/>
              </a:rPr>
              <a:t>Employees show a higher tendency of attrition during the early years of employment, suggesting </a:t>
            </a:r>
            <a:r>
              <a:rPr lang="en-US">
                <a:latin typeface="Times New Roman"/>
                <a:cs typeface="Times New Roman"/>
              </a:rPr>
              <a:t>initial engagement</a:t>
            </a:r>
            <a:r>
              <a:rPr lang="en-US" dirty="0">
                <a:latin typeface="Times New Roman"/>
                <a:cs typeface="Times New Roman"/>
              </a:rPr>
              <a:t> and career alignment plays a significant role in employee retention.</a:t>
            </a:r>
          </a:p>
          <a:p>
            <a:pPr marL="342900" indent="-342900">
              <a:buFont typeface="Wingdings,Sans-Serif"/>
              <a:buChar char="q"/>
            </a:pPr>
            <a:endParaRPr lang="en-US" dirty="0">
              <a:latin typeface="Times New Roman"/>
              <a:cs typeface="Times New Roman"/>
            </a:endParaRPr>
          </a:p>
          <a:p>
            <a:pPr marL="342900" indent="-342900">
              <a:buFont typeface="Wingdings,Sans-Serif"/>
              <a:buChar char="q"/>
            </a:pPr>
            <a:endParaRPr lang="en-US" dirty="0">
              <a:latin typeface="Times New Roman"/>
              <a:cs typeface="Times New Roman"/>
            </a:endParaRPr>
          </a:p>
          <a:p>
            <a:pPr marL="342900" indent="-342900">
              <a:buFont typeface="Wingdings,Sans-Serif"/>
              <a:buChar char="q"/>
            </a:pPr>
            <a:r>
              <a:rPr lang="en-US" dirty="0">
                <a:latin typeface="Times New Roman"/>
                <a:cs typeface="Times New Roman"/>
              </a:rPr>
              <a:t>The workplace environment tends to be a very crucial factor in driving attrition, highlighting the impact </a:t>
            </a:r>
            <a:r>
              <a:rPr lang="en-US">
                <a:latin typeface="Times New Roman"/>
                <a:cs typeface="Times New Roman"/>
              </a:rPr>
              <a:t>of work</a:t>
            </a:r>
            <a:r>
              <a:rPr lang="en-US" dirty="0">
                <a:latin typeface="Times New Roman"/>
                <a:cs typeface="Times New Roman"/>
              </a:rPr>
              <a:t> culture, organizational and managerial support.</a:t>
            </a:r>
          </a:p>
          <a:p>
            <a:pPr marL="342900" indent="-342900">
              <a:buFont typeface="Wingdings,Sans-Serif"/>
              <a:buChar char="q"/>
            </a:pPr>
            <a:endParaRPr lang="en-US" dirty="0"/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71411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we="http://schemas.microsoft.com/office/webextensions/webextension/2010/11" xmlns:pca="http://schemas.microsoft.com/office/powerpoint/2013/contentapp">
        <mc:Choice Requires="we pca">
          <p:graphicFrame>
            <p:nvGraphicFramePr>
              <p:cNvPr id="2" name="Object 1">
                <a:extLst>
                  <a:ext uri="{FF2B5EF4-FFF2-40B4-BE49-F238E27FC236}">
                    <a16:creationId xmlns:a16="http://schemas.microsoft.com/office/drawing/2014/main" id="{DB84C0D0-ADB4-B137-4359-AF661809174D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694936331"/>
                  </p:ext>
                </p:extLst>
              </p:nvPr>
            </p:nvGraphicFramePr>
            <p:xfrm>
              <a:off x="447525" y="-320524"/>
              <a:ext cx="11589656" cy="6947497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2" name="Object 1">
                <a:extLst>
                  <a:ext uri="{FF2B5EF4-FFF2-40B4-BE49-F238E27FC236}">
                    <a16:creationId xmlns:a16="http://schemas.microsoft.com/office/drawing/2014/main" id="{DB84C0D0-ADB4-B137-4359-AF661809174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47525" y="-320524"/>
                <a:ext cx="11589656" cy="6947497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473694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C7033-1E6C-911C-9E7C-980B47434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2644" y="725685"/>
            <a:ext cx="4646182" cy="675192"/>
          </a:xfrm>
        </p:spPr>
        <p:txBody>
          <a:bodyPr/>
          <a:lstStyle/>
          <a:p>
            <a:r>
              <a:rPr lang="en-US">
                <a:latin typeface="Times New Roman"/>
                <a:cs typeface="Times New Roman"/>
              </a:rPr>
              <a:t>RECOMMENDATIONS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6382F5-CB64-0F20-3D37-8F2587461299}"/>
              </a:ext>
            </a:extLst>
          </p:cNvPr>
          <p:cNvSpPr txBox="1"/>
          <p:nvPr/>
        </p:nvSpPr>
        <p:spPr>
          <a:xfrm>
            <a:off x="1028699" y="1983921"/>
            <a:ext cx="976040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 algn="l">
              <a:buAutoNum type="arabicPeriod"/>
            </a:pP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E830A4-9856-4FA2-E9A6-3F98182C2469}"/>
              </a:ext>
            </a:extLst>
          </p:cNvPr>
          <p:cNvSpPr txBox="1"/>
          <p:nvPr/>
        </p:nvSpPr>
        <p:spPr>
          <a:xfrm>
            <a:off x="847573" y="1824415"/>
            <a:ext cx="9344025" cy="37856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Wingdings"/>
              <a:buChar char="q"/>
            </a:pPr>
            <a:r>
              <a:rPr lang="en-US" sz="2000" dirty="0">
                <a:latin typeface="Times New Roman"/>
                <a:cs typeface="Times New Roman"/>
              </a:rPr>
              <a:t>Implement structured training and upskilling programs to strengthen employee skill enhancement and support career progre</a:t>
            </a:r>
            <a:r>
              <a:rPr lang="en-US" sz="2000">
                <a:latin typeface="Times New Roman"/>
                <a:cs typeface="Times New Roman"/>
              </a:rPr>
              <a:t>ssion.</a:t>
            </a:r>
            <a:endParaRPr lang="en-US" sz="2000" dirty="0">
              <a:latin typeface="Times New Roman"/>
              <a:cs typeface="Times New Roman"/>
            </a:endParaRPr>
          </a:p>
          <a:p>
            <a:pPr marL="342900" indent="-342900">
              <a:buFont typeface="Wingdings"/>
              <a:buChar char="q"/>
            </a:pPr>
            <a:endParaRPr lang="en-US" sz="2000" dirty="0">
              <a:latin typeface="Times New Roman"/>
              <a:cs typeface="Times New Roman"/>
            </a:endParaRPr>
          </a:p>
          <a:p>
            <a:pPr marL="342900" indent="-342900">
              <a:buFont typeface="Wingdings"/>
              <a:buChar char="q"/>
            </a:pPr>
            <a:r>
              <a:rPr lang="en-US" sz="2000" dirty="0">
                <a:latin typeface="Times New Roman"/>
                <a:cs typeface="Times New Roman"/>
              </a:rPr>
              <a:t>Implement fair and competitive pay practices to encour</a:t>
            </a:r>
            <a:r>
              <a:rPr lang="en-US" sz="2000">
                <a:latin typeface="Times New Roman"/>
                <a:cs typeface="Times New Roman"/>
              </a:rPr>
              <a:t>age retention of high-performing employees. </a:t>
            </a:r>
            <a:endParaRPr lang="en-US" sz="2000" dirty="0">
              <a:latin typeface="Times New Roman"/>
              <a:cs typeface="Times New Roman"/>
            </a:endParaRPr>
          </a:p>
          <a:p>
            <a:pPr marL="342900" indent="-342900">
              <a:buFont typeface="Wingdings"/>
              <a:buChar char="q"/>
            </a:pPr>
            <a:endParaRPr lang="en-US" sz="2000" dirty="0">
              <a:latin typeface="Times New Roman"/>
              <a:cs typeface="Times New Roman"/>
            </a:endParaRPr>
          </a:p>
          <a:p>
            <a:pPr marL="342900" indent="-342900">
              <a:buFont typeface="Wingdings"/>
              <a:buChar char="q"/>
            </a:pPr>
            <a:r>
              <a:rPr lang="en-US" sz="2000" dirty="0">
                <a:latin typeface="Times New Roman"/>
                <a:cs typeface="Times New Roman"/>
              </a:rPr>
              <a:t>Introduce wellness and work-life balance initiatives to reduce </a:t>
            </a:r>
            <a:r>
              <a:rPr lang="en-US" sz="2000">
                <a:latin typeface="Times New Roman"/>
                <a:cs typeface="Times New Roman"/>
              </a:rPr>
              <a:t>exhaustion and promote overall well-being.</a:t>
            </a:r>
            <a:endParaRPr lang="en-US" sz="2000" dirty="0">
              <a:latin typeface="Times New Roman"/>
              <a:cs typeface="Times New Roman"/>
            </a:endParaRPr>
          </a:p>
          <a:p>
            <a:pPr marL="342900" indent="-342900">
              <a:buFont typeface="Wingdings"/>
              <a:buChar char="q"/>
            </a:pPr>
            <a:endParaRPr lang="en-US" sz="2000" dirty="0">
              <a:latin typeface="Times New Roman"/>
              <a:cs typeface="Times New Roman"/>
            </a:endParaRPr>
          </a:p>
          <a:p>
            <a:pPr marL="342900" indent="-342900">
              <a:buFont typeface="Wingdings"/>
              <a:buChar char="q"/>
            </a:pPr>
            <a:r>
              <a:rPr lang="en-US" sz="2000" dirty="0">
                <a:latin typeface="Times New Roman"/>
                <a:cs typeface="Times New Roman"/>
              </a:rPr>
              <a:t>Cultivate a positive workplace environment by encouraging healthy manager-team relationships, team interactions, and an effective </a:t>
            </a:r>
            <a:r>
              <a:rPr lang="en-US" sz="2000">
                <a:latin typeface="Times New Roman"/>
                <a:cs typeface="Times New Roman"/>
              </a:rPr>
              <a:t>grievance resolution system to address workforce challenges. </a:t>
            </a:r>
            <a:endParaRPr lang="en-US" sz="20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186207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AE192E3E-68A9-4F36-936C-1C8D0B9EF1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803792" y="3455896"/>
            <a:ext cx="3388208" cy="3406341"/>
          </a:xfrm>
          <a:custGeom>
            <a:avLst/>
            <a:gdLst>
              <a:gd name="connsiteX0" fmla="*/ 3388058 w 3388208"/>
              <a:gd name="connsiteY0" fmla="*/ 0 h 3406341"/>
              <a:gd name="connsiteX1" fmla="*/ 3388208 w 3388208"/>
              <a:gd name="connsiteY1" fmla="*/ 0 h 3406341"/>
              <a:gd name="connsiteX2" fmla="*/ 3388208 w 3388208"/>
              <a:gd name="connsiteY2" fmla="*/ 3406341 h 3406341"/>
              <a:gd name="connsiteX3" fmla="*/ 0 w 3388208"/>
              <a:gd name="connsiteY3" fmla="*/ 3406341 h 3406341"/>
              <a:gd name="connsiteX4" fmla="*/ 79006 w 3388208"/>
              <a:gd name="connsiteY4" fmla="*/ 3404386 h 3406341"/>
              <a:gd name="connsiteX5" fmla="*/ 3383947 w 3388208"/>
              <a:gd name="connsiteY5" fmla="*/ 164274 h 3406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88208" h="3406341">
                <a:moveTo>
                  <a:pt x="3388058" y="0"/>
                </a:moveTo>
                <a:lnTo>
                  <a:pt x="3388208" y="0"/>
                </a:lnTo>
                <a:lnTo>
                  <a:pt x="3388208" y="3406341"/>
                </a:lnTo>
                <a:lnTo>
                  <a:pt x="0" y="3406341"/>
                </a:lnTo>
                <a:lnTo>
                  <a:pt x="79006" y="3404386"/>
                </a:lnTo>
                <a:cubicBezTo>
                  <a:pt x="1864742" y="3315784"/>
                  <a:pt x="3296223" y="1912901"/>
                  <a:pt x="3383947" y="164274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7058DFD9-28CB-4251-9345-A9DB59EF5A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535EAC-9F22-9580-7822-0A1B73773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299" y="1682628"/>
            <a:ext cx="4056593" cy="31623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>
                <a:latin typeface="Times New Roman"/>
                <a:cs typeface="Times New Roman"/>
              </a:rPr>
              <a:t>THANK  YOU</a:t>
            </a:r>
            <a:r>
              <a:rPr lang="en-US" dirty="0"/>
              <a:t>               </a:t>
            </a:r>
            <a:br>
              <a:rPr lang="en-US" dirty="0"/>
            </a:br>
            <a:r>
              <a:rPr lang="en-US" dirty="0"/>
              <a:t>     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90BE76C-8C31-474D-9C9C-79733F933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5224980" y="-794"/>
            <a:ext cx="6972462" cy="346310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13488F6A-1DBE-45BA-93D8-3E45D5A1C4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24462" y="192629"/>
            <a:ext cx="3070455" cy="3070455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795431E-B7EE-44A7-BC53-12738BB8E4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5243267" y="3462314"/>
            <a:ext cx="3456575" cy="340085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1B5A3B83-A4E3-4C3A-A50B-DB9185BBB3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24980" y="3459708"/>
            <a:ext cx="3474862" cy="3403464"/>
          </a:xfrm>
          <a:custGeom>
            <a:avLst/>
            <a:gdLst>
              <a:gd name="connsiteX0" fmla="*/ 0 w 2559050"/>
              <a:gd name="connsiteY0" fmla="*/ 0 h 2559050"/>
              <a:gd name="connsiteX1" fmla="*/ 2559050 w 2559050"/>
              <a:gd name="connsiteY1" fmla="*/ 0 h 2559050"/>
              <a:gd name="connsiteX2" fmla="*/ 0 w 2559050"/>
              <a:gd name="connsiteY2" fmla="*/ 2559050 h 2559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59050" h="2559050">
                <a:moveTo>
                  <a:pt x="0" y="0"/>
                </a:moveTo>
                <a:lnTo>
                  <a:pt x="2559050" y="0"/>
                </a:lnTo>
                <a:cubicBezTo>
                  <a:pt x="2559050" y="1413324"/>
                  <a:pt x="1413324" y="2559050"/>
                  <a:pt x="0" y="255905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CDD3FE1-5E0C-43E2-B81F-9756B1A271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7015267" y="1681264"/>
            <a:ext cx="6858796" cy="3494674"/>
          </a:xfrm>
          <a:custGeom>
            <a:avLst/>
            <a:gdLst>
              <a:gd name="connsiteX0" fmla="*/ 6850467 w 6850467"/>
              <a:gd name="connsiteY0" fmla="*/ 0 h 3492161"/>
              <a:gd name="connsiteX1" fmla="*/ 3568796 w 6850467"/>
              <a:gd name="connsiteY1" fmla="*/ 3487617 h 3492161"/>
              <a:gd name="connsiteX2" fmla="*/ 3395688 w 6850467"/>
              <a:gd name="connsiteY2" fmla="*/ 3492035 h 3492161"/>
              <a:gd name="connsiteX3" fmla="*/ 3395688 w 6850467"/>
              <a:gd name="connsiteY3" fmla="*/ 3492160 h 3492161"/>
              <a:gd name="connsiteX4" fmla="*/ 3390799 w 6850467"/>
              <a:gd name="connsiteY4" fmla="*/ 3492160 h 3492161"/>
              <a:gd name="connsiteX5" fmla="*/ 3390760 w 6850467"/>
              <a:gd name="connsiteY5" fmla="*/ 3492161 h 3492161"/>
              <a:gd name="connsiteX6" fmla="*/ 3390760 w 6850467"/>
              <a:gd name="connsiteY6" fmla="*/ 3492160 h 3492161"/>
              <a:gd name="connsiteX7" fmla="*/ 0 w 6850467"/>
              <a:gd name="connsiteY7" fmla="*/ 3492159 h 3492161"/>
              <a:gd name="connsiteX8" fmla="*/ 0 w 6850467"/>
              <a:gd name="connsiteY8" fmla="*/ 0 h 3492161"/>
              <a:gd name="connsiteX9" fmla="*/ 3390760 w 6850467"/>
              <a:gd name="connsiteY9" fmla="*/ 0 h 3492161"/>
              <a:gd name="connsiteX10" fmla="*/ 3395689 w 6850467"/>
              <a:gd name="connsiteY10" fmla="*/ 0 h 34921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850467" h="3492161">
                <a:moveTo>
                  <a:pt x="6850467" y="0"/>
                </a:moveTo>
                <a:cubicBezTo>
                  <a:pt x="6850467" y="1868397"/>
                  <a:pt x="5396800" y="3394086"/>
                  <a:pt x="3568796" y="3487617"/>
                </a:cubicBezTo>
                <a:lnTo>
                  <a:pt x="3395688" y="3492035"/>
                </a:lnTo>
                <a:lnTo>
                  <a:pt x="3395688" y="3492160"/>
                </a:lnTo>
                <a:lnTo>
                  <a:pt x="3390799" y="3492160"/>
                </a:lnTo>
                <a:lnTo>
                  <a:pt x="3390760" y="3492161"/>
                </a:lnTo>
                <a:lnTo>
                  <a:pt x="3390760" y="3492160"/>
                </a:lnTo>
                <a:lnTo>
                  <a:pt x="0" y="3492159"/>
                </a:lnTo>
                <a:lnTo>
                  <a:pt x="0" y="0"/>
                </a:lnTo>
                <a:lnTo>
                  <a:pt x="3390760" y="0"/>
                </a:lnTo>
                <a:lnTo>
                  <a:pt x="3395689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3464793"/>
      </p:ext>
    </p:extLst>
  </p:cSld>
  <p:clrMapOvr>
    <a:masterClrMapping/>
  </p:clrMapOvr>
</p:sld>
</file>

<file path=ppt/theme/theme1.xml><?xml version="1.0" encoding="utf-8"?>
<a:theme xmlns:a="http://schemas.openxmlformats.org/drawingml/2006/main" name="BlocksVTI">
  <a:themeElements>
    <a:clrScheme name="Blocks">
      <a:dk1>
        <a:sysClr val="windowText" lastClr="000000"/>
      </a:dk1>
      <a:lt1>
        <a:sysClr val="window" lastClr="FFFFFF"/>
      </a:lt1>
      <a:dk2>
        <a:srgbClr val="1B3843"/>
      </a:dk2>
      <a:lt2>
        <a:srgbClr val="F2F3F1"/>
      </a:lt2>
      <a:accent1>
        <a:srgbClr val="7A8592"/>
      </a:accent1>
      <a:accent2>
        <a:srgbClr val="8C8C96"/>
      </a:accent2>
      <a:accent3>
        <a:srgbClr val="7A6C76"/>
      </a:accent3>
      <a:accent4>
        <a:srgbClr val="A7AA9D"/>
      </a:accent4>
      <a:accent5>
        <a:srgbClr val="63787F"/>
      </a:accent5>
      <a:accent6>
        <a:srgbClr val="889DA5"/>
      </a:accent6>
      <a:hlink>
        <a:srgbClr val="71819B"/>
      </a:hlink>
      <a:folHlink>
        <a:srgbClr val="7E8B85"/>
      </a:folHlink>
    </a:clrScheme>
    <a:fontScheme name="Avenir">
      <a:majorFont>
        <a:latin typeface="Avenir Next LT Pro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ocksVTI" id="{31656FE6-20D8-4105-85EA-706EC9332BE9}" vid="{039DFFC9-9B25-4063-9235-B287A446F509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_rels/webextension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2.png"/></Relationships>
</file>

<file path=ppt/webextensions/taskpanes.xml><?xml version="1.0" encoding="utf-8"?>
<wetp:taskpanes xmlns:wetp="http://schemas.microsoft.com/office/webextensions/taskpanes/2010/11">
  <wetp:taskpane dockstate="right" visibility="1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20B7F86-0508-43E8-ABE2-7AF11A093606}">
  <we:reference id="wa200009989" version="1.0.0" store="en-US" storeType="omex"/>
  <we:alternateReferences>
    <we:reference id="wa200009989" version="1.0.0" store="omex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7F72C481-1CC2-4C9A-B7F9-182AD2FA39C6}">
  <we:reference id="WA200004798" version="1.0.1.0" store="en-US" storeType="omex"/>
  <we:alternateReferences>
    <we:reference id="WA200004798" version="1.0.1.0" store="omex" storeType="omex"/>
  </we:alternateReferences>
  <we:properties>
    <we:property name="embedUrl" value="&quot;\&quot;https://public.tableau.com/views/HRAttrition_17750750443310/Dashboard1\&quot;&quot;"/>
    <we:property name="serverType" value="&quot;\&quot;public\&quot;&quot;"/>
    <we:property name="isInstalled" value="&quot;true&quot;"/>
    <we:property name="zoom" value="&quot;\&quot;0\&quot;&quot;"/>
    <we:property name="filters" value="&quot;[]&quot;"/>
    <we:property name="parameters" value="&quot;[]&quot;"/>
    <we:property name="marks" value="&quot;[]&quot;"/>
    <we:property name="tabs" value="&quot;null&quot;"/>
    <we:property name="toolbar" value="&quot;null&quot;"/>
    <we:property name="showAsImage" value="&quot;false&quot;"/>
    <we:property name="showToolbar" value="&quot;true&quot;"/>
    <we:property name="inactive" value="&quot;false&quot;"/>
    <we:property name="image" value="&quot;\&quot;\&quot;&quot;"/>
    <we:property name="embedForm" value="&quot;{\&quot;site\&quot;:\&quot;\&quot;,\&quot;domain\&quot;:\&quot;public.tableau.com\&quot;,\&quot;worksheet\&quot;:\&quot;Dashboard1\&quot;,\&quot;dashboard\&quot;:\&quot;HRAttrition_17750750443310\&quot;,\&quot;tabs\&quot;:true,\&quot;toolbar\&quot;:false,\&quot;params\&quot;:[\&quot;:language=en-US\&quot;,\&quot;:sid=\&quot;,\&quot;:redirect=auth\&quot;,\&quot;:display_count=n\&quot;,\&quot;:origin=viz_share_link\&quot;]}&quot;"/>
  </we:properties>
  <we:bindings/>
  <we:snapshot xmlns:r="http://schemas.openxmlformats.org/officeDocument/2006/relationships" r:embed="rId1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BlocksVTI</vt:lpstr>
      <vt:lpstr>HR ANALYTICS</vt:lpstr>
      <vt:lpstr>AGENDA</vt:lpstr>
      <vt:lpstr>BUSINESS TASK</vt:lpstr>
      <vt:lpstr>DATA SOURCES</vt:lpstr>
      <vt:lpstr>UNDERSTANDING THE DATA </vt:lpstr>
      <vt:lpstr>ATTRITION BY AGE GROUP </vt:lpstr>
      <vt:lpstr>               ATTRITION BY EDUCATION</vt:lpstr>
      <vt:lpstr>ATTRITION BY EDUCATION FIELD</vt:lpstr>
      <vt:lpstr>ATTRITION BY DEPARTMENT</vt:lpstr>
      <vt:lpstr>ATTRITION BY JOB ROLE</vt:lpstr>
      <vt:lpstr>ATTRITION BY SALARY HIKE</vt:lpstr>
      <vt:lpstr>ATTRITION BY YEARS AT COMPANY </vt:lpstr>
      <vt:lpstr>ATTRITION BY WORK-LIFE BALANCE</vt:lpstr>
      <vt:lpstr>SURVEY SCORES</vt:lpstr>
      <vt:lpstr>INSIGHTS </vt:lpstr>
      <vt:lpstr>INSIGHTS</vt:lpstr>
      <vt:lpstr>PowerPoint Presentation</vt:lpstr>
      <vt:lpstr>RECOMMENDATIONS</vt:lpstr>
      <vt:lpstr>THANK  YOU                     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1447</cp:revision>
  <dcterms:created xsi:type="dcterms:W3CDTF">2026-04-10T08:36:29Z</dcterms:created>
  <dcterms:modified xsi:type="dcterms:W3CDTF">2026-04-19T09:49:44Z</dcterms:modified>
</cp:coreProperties>
</file>